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91" d="100"/>
          <a:sy n="91" d="100"/>
        </p:scale>
        <p:origin x="110" y="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64C5-8409-DFB0-3B9B-94979D36F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AD618E-F897-C0DD-3037-C27C55485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AF0106-CC35-A4DD-5412-7CE48C7A7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888928-316A-66E7-2F6A-2C91AEBF0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4B975F-A9D1-25DC-A737-813D9FF9B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2989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3547AE-47FA-0E54-87A4-3AB568F08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3F51AA-8948-F699-DE7D-4F6942061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0CECE2-C357-E43E-1C24-3C23E21D0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CC7ADF4-15FE-8518-0E88-C227B2E05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A8CBCE-DC80-DA3F-8F57-CDE8FAFEF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0689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CC0414-43CB-91E2-74D3-66133CF53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8F3263-21FC-0BE7-EB92-CBC035CE2E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EE0E5B-D1F0-A5DE-BEEB-EA907484E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959C76-7907-6AE3-4EA7-AAB4C08DE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33D21EB-EA74-8137-3BE5-0EB1E084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4328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382813-FC43-BB95-6E3D-BD86CB4CE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D04690-F5B2-D3E4-986E-943A2E6FD0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928316C-3271-533A-4FBE-98F1E0CD54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0341711-8C63-3728-3EC8-A62C1D05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643815A-67AF-B6EE-109A-4EE532018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4CF605-159E-044A-DDE1-81F4C3615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1656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32BC85-F742-E5F1-66C3-EB90098DF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729FB5-315F-FA57-3EFD-27277EAB6C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DC80822-D215-2A2D-B313-6E25595528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3C535CC-4003-4AEA-9A2A-5B5A87AF2A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F3E41BC-FB21-2500-F09E-1FEE254A80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94C1020-2D8F-8BB8-CBF1-30EA9ABFD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4EFB479-4B1B-4006-3BA2-EA16ECEE2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7684353-C2B7-1DF6-D202-AE0EE5780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4590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5B71FF-79DC-13F7-E433-925C1B4E9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299ABA7-5B62-36AF-6B24-70DF58057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0F7F9AF-ADF1-CB23-EBDB-5C7A9CEC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62876EF-440C-36A8-3F98-DDBF4D94A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9971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90D77A3-CEC5-942E-F42A-BCD2F2E4E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9DE1B3F-A829-56C8-D283-3EFD2CCDE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C9D5DBD-BE54-177E-32D0-546E25511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5561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A69D5D-9463-89B0-E764-23F8F4380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A043B5-B041-2E77-2297-CF6B5E8E08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7D8B313-923F-F8D1-EBB0-D9AD0289E4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B2E47AF-549D-CA6A-8C39-C4782CC2C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7889B6-06BB-9B56-5F59-E7D7FB02E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992FBA-40FA-3F65-9F61-5707B43C0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7752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3FF2A8-6E45-13E5-AC4C-5CDCC3016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CA98790-407B-F7B6-0DEB-4061F58182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14642B7-A234-A437-B4CF-006A6F4D6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2ECEB3A-D5E3-0EF5-539E-90ED4D46E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A4BB191-2D00-E3FB-9065-A6BF756E3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D44045-72AA-28F9-6105-D6A20F82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3145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11F6E7-D46C-2102-DE05-C1A03AB43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93F45F6-5D69-03DA-1298-2252AB620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41FE60E-40DB-A5A7-83F0-3C3712AD2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F61C74-3E29-9C83-8E45-6C551B527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53E9249-C055-2215-A699-634D365AA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4905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05A68A5-0FBC-2899-0C46-B8A4000476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9645C4A-1C24-6A74-5934-DD45F779A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B7CD2F-ADD0-3632-42F1-B79D06614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04DA31-F79A-FF05-3BB8-CBCD7F22A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6AF6EC-86B5-1B26-8C91-CD9A3AB31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6289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0F27EF7-6B4A-F021-00AE-93E54FE4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AF63F5D-ED10-F1D6-E446-1BCAE083B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994DB2-69CA-8E3F-09B6-BB45002ECC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370ED3-0B8D-4E20-8092-85EA022E7F4B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704D5C-068E-01F6-6945-C0E1F4E54D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F150D74-F5C2-3665-22F3-3D5FB8C647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031C4-9C1E-4D3A-9C35-9DC6162BC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8964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5CC7D2-DD66-059D-12F1-3CCC18B802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C599BC-BF58-EE15-0B90-4B118B78C8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0219926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Tanguy Humbert</dc:creator>
  <cp:lastModifiedBy>Tanguy Humbert</cp:lastModifiedBy>
  <cp:revision>1</cp:revision>
  <dcterms:created xsi:type="dcterms:W3CDTF">2026-06-05T12:35:52Z</dcterms:created>
  <dcterms:modified xsi:type="dcterms:W3CDTF">2026-06-05T12:35:52Z</dcterms:modified>
</cp:coreProperties>
</file>