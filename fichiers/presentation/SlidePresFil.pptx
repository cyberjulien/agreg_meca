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68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CEB990-7A0C-930B-B807-315273F4A1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79AE82C-D675-59BE-DB81-D1E162BF6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3E9A41-6DBA-833D-09E9-5DAE08586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7660-FC73-48D6-AA74-7EB00C50910A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EE7FB8-4044-9692-0EC3-D64CEB6D9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6FAC5C-4C68-95B9-9E8C-DF0BAB0B3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3058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1D23FA-06D4-F49D-0CE6-57353C62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C98462-ACF1-8B7E-09A5-25A190455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EA1948-0A23-766A-6F46-7C5B28DB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7660-FC73-48D6-AA74-7EB00C50910A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2EF6AA-4F70-D032-4C66-C028318F8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6E670C-7B3C-F912-8BE7-E5DD10188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808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BE8856-93B8-69E6-3D6F-0510D28BC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96195C6-CABD-9D95-3E22-814035BCB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68E9A9-2ADB-BC19-4053-FE71FF9B3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7660-FC73-48D6-AA74-7EB00C50910A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C2D937-7256-1DFB-4883-BEEBFD6C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DE3A71-AE75-FC8F-F833-31C178936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366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8C1A00-7E4C-AB6C-FC97-D8B184478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82C925-B251-50CE-5869-95D24D27C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6408117-6E2C-0305-5C00-611A01FAA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4907583-A63E-86A1-9A0B-6028C1510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7660-FC73-48D6-AA74-7EB00C50910A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0059B69-5E95-0004-45E1-4602A1B49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4DE6EAF-BE3F-9CF7-3429-CD97C12A5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1181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DC2200-6D5A-EB3A-6F10-1B9CDBF03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A983305-C123-540D-D4BF-256457376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F3E8E6E-0F09-18AA-5DE8-94165A80A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A0A1188-E098-DA6D-C0CE-417FC07130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A429935-247C-CB9B-1194-CCF13DE2A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64591C0-9D84-81F3-D694-9D9CED871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7660-FC73-48D6-AA74-7EB00C50910A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A21687A-41C2-A4ED-4E39-A533CB0AC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915F62C-820E-AB5C-3A2A-E45242BC6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4249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54173D-D8F7-ABFF-4E33-5924775DD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53A9603-240B-46E8-E4B9-8575D412C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7660-FC73-48D6-AA74-7EB00C50910A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A4C4C47-B417-AA12-60E4-DDF89C115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1A6CAD8-FE20-3F02-77FD-A4FDEC273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6225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8C89A0A-9486-A395-45EE-814015E1A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7660-FC73-48D6-AA74-7EB00C50910A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C75FEA0-3A4D-D739-7F9E-15ED6AF68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3D1B0A-A486-BD43-95DB-CCE06674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61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4FF095-0866-D82E-F70C-88A7EFC4D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217B13-4378-1CDA-9E90-233DBB816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1A150B4-B5A5-4C65-D51A-FC67645C5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FA72E2C-893F-8884-938B-EA9323CA4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7660-FC73-48D6-AA74-7EB00C50910A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3F9C2A-5565-0757-21ED-333F9CCEA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C52D00C-BB86-1730-8DB6-231068A7D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7598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5AC9A1-716A-D133-FF1B-F1B6C053D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3D9D07D-DC41-677D-C7EC-5ED5585A63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1AE6500-07A2-2029-0269-25F7DB3A4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0A17D1E-6C2C-8847-93DA-4C6C549B3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7660-FC73-48D6-AA74-7EB00C50910A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8DEA7D-85E4-ED3A-AF1B-BD7561F96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652352-C267-23DC-ECFD-D2E3B2398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1577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17F8C8-CFC5-775C-00F2-C32E6A146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E907C02-5ECB-39E7-C198-753DC8595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3D6A81-DFE0-C7DC-F1AB-AE2CA5A96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7660-FC73-48D6-AA74-7EB00C50910A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DA4CE-BAB3-AA97-9BC4-3C60F35C4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63F4A1-F40F-CB14-50C0-48DF248B1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6551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8069BF0-3C2A-BB93-3E5B-D70B903246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6F2374B-8422-A183-2EDA-21F26205C6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1ED0EE-2F89-9D20-FD09-954C7FF8F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7660-FC73-48D6-AA74-7EB00C50910A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17DA64-89EB-04A0-AB0F-7B3BF2303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E99105-C1D3-A65D-4851-5E3B49F27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8183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A63F858-957B-E10C-8EA8-2C912F7F9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D84943-2B3A-08D0-6FA3-2337D2071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6B7733-A9F3-A94B-D444-885FF39D0C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BD7660-FC73-48D6-AA74-7EB00C50910A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15736C-1122-4351-D878-1031DAA92A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985781-7200-37A2-BEAD-E5AAFD99FC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0227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2DA02F-9242-CCA0-13A0-F35641D3A6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F00A646-56EE-2BBE-FDCE-44D79C18FF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753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Tanguy Humbert</dc:creator>
  <cp:lastModifiedBy>Tanguy Humbert</cp:lastModifiedBy>
  <cp:revision>1</cp:revision>
  <dcterms:created xsi:type="dcterms:W3CDTF">2026-06-05T12:34:35Z</dcterms:created>
  <dcterms:modified xsi:type="dcterms:W3CDTF">2026-06-05T12:34:35Z</dcterms:modified>
</cp:coreProperties>
</file>