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7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35E84117-2966-4904-B3F9-F324F1EA89F9}">
          <p14:sldIdLst>
            <p14:sldId id="256"/>
          </p14:sldIdLst>
        </p14:section>
        <p14:section name="BUT GEII" id="{E53AD2E8-2245-4707-848A-C0FC0F2F72B4}">
          <p14:sldIdLst>
            <p14:sldId id="257"/>
            <p14:sldId id="258"/>
          </p14:sldIdLst>
        </p14:section>
        <p14:section name="BUT R&amp;T" id="{C1AA4397-45E6-441F-B375-64EA707F7C4F}">
          <p14:sldIdLst/>
        </p14:section>
        <p14:section name="BTS CIEL" id="{D1ED1709-4A38-48E7-9862-26A9D8207EE1}">
          <p14:sldIdLst/>
        </p14:section>
        <p14:section name="Terminale SI" id="{BD038BEF-8786-4C22-9674-A40E75CAC3BF}">
          <p14:sldIdLst/>
        </p14:section>
        <p14:section name="Terminale/Première STI2D" id="{934C83D2-F504-4283-946E-7A8E08E5F3DB}">
          <p14:sldIdLst/>
        </p14:section>
        <p14:section name="PTSI/PT" id="{CD69769C-0C3E-408A-96E6-17550AA781E3}">
          <p14:sldIdLst/>
        </p14:section>
        <p14:section name="TSI" id="{528D33AF-7AC9-4D11-967D-BEF0AA35D807}">
          <p14:sldIdLst/>
        </p14:section>
        <p14:section name="PSI" id="{FE91174A-2B02-42BB-A292-487E7B136E6D}">
          <p14:sldIdLst/>
        </p14:section>
        <p14:section name="PCSI" id="{7E05B8AD-E450-4BC3-9B2C-4ADAF6EDCFE9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150" autoAdjust="0"/>
    <p:restoredTop sz="94660"/>
  </p:normalViewPr>
  <p:slideViewPr>
    <p:cSldViewPr snapToGrid="0">
      <p:cViewPr varScale="1">
        <p:scale>
          <a:sx n="36" d="100"/>
          <a:sy n="36" d="100"/>
        </p:scale>
        <p:origin x="34" y="12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38A7C7-51D5-4CE9-848C-73CCDCB5AD2A}" type="datetimeFigureOut">
              <a:rPr lang="fr-FR" smtClean="0"/>
              <a:t>06/06/2026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B025D0-A47D-4AF2-993F-F9C2E2046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3299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25BF4BE5-493C-4950-8611-4B73EBA124A3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91231E6-B321-0B67-D767-F5F0AAFD25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15977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4F8F-65AC-4766-A2F7-69AD9EC8EDDE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303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EF0BDA-B3DF-4C30-B725-2619B0E62ACD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9183F09-4D74-DF4B-058F-6F3E22E45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43063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7BCF4-2F57-44BE-86E1-4D2E12B5FC6A}" type="datetime1">
              <a:rPr lang="fr-FR" smtClean="0"/>
              <a:t>06/06/2026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6332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1D020-EA2F-4E08-9F19-25238FB1646F}" type="datetime1">
              <a:rPr lang="fr-FR" smtClean="0"/>
              <a:t>06/06/2026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0107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9C80-4ECC-4A86-ACB8-43004AF15481}" type="datetime1">
              <a:rPr lang="fr-FR" smtClean="0"/>
              <a:t>06/06/2026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9497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1220C-94C3-4D23-98DD-B536DE4A6F2C}" type="datetime1">
              <a:rPr lang="fr-FR" smtClean="0"/>
              <a:t>06/06/2026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4364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77193F2-5089-4D6D-B951-141B92746967}" type="datetime1">
              <a:rPr lang="fr-FR" smtClean="0"/>
              <a:t>06/06/2026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E75D6BE-C78D-BB10-E801-DB8CE72873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61060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155EEFE-CE4B-45B5-811F-7C771B7BD159}" type="datetime1">
              <a:rPr lang="fr-FR" smtClean="0"/>
              <a:t>06/06/2026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DA637D9-D62A-A3FC-AA8B-076DEAAF5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18002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0509C-B4B3-4DBB-BCC9-40D57FCA4C66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2386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1CFBF-E380-4D91-9539-BDFDF7AF5C45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7696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865F967-DFD5-47C5-B34E-026F86C5401C}" type="datetime1">
              <a:rPr lang="fr-FR" smtClean="0"/>
              <a:t>06/06/2026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0871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8" r:id="rId1"/>
    <p:sldLayoutId id="2147483799" r:id="rId2"/>
    <p:sldLayoutId id="2147483800" r:id="rId3"/>
    <p:sldLayoutId id="2147483801" r:id="rId4"/>
    <p:sldLayoutId id="2147483802" r:id="rId5"/>
    <p:sldLayoutId id="2147483803" r:id="rId6"/>
    <p:sldLayoutId id="2147483804" r:id="rId7"/>
    <p:sldLayoutId id="2147483805" r:id="rId8"/>
    <p:sldLayoutId id="2147483806" r:id="rId9"/>
    <p:sldLayoutId id="2147483807" r:id="rId10"/>
    <p:sldLayoutId id="2147483808" r:id="rId11"/>
  </p:sldLayoutIdLst>
  <p:hf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E1344C-802D-F5C3-6668-E884402768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55871"/>
          </a:xfrm>
        </p:spPr>
        <p:txBody>
          <a:bodyPr>
            <a:noAutofit/>
          </a:bodyPr>
          <a:lstStyle/>
          <a:p>
            <a:r>
              <a:rPr lang="fr-FR" sz="4000" dirty="0"/>
              <a:t>Épreuve d’exploitation pédagogique d’une activité pratique relative à l’approche globale d’un système </a:t>
            </a:r>
            <a:r>
              <a:rPr lang="fr-FR" sz="4000" dirty="0" err="1"/>
              <a:t>pluritechnologique</a:t>
            </a:r>
            <a:endParaRPr lang="fr-FR" sz="40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B5A5FBB-EE00-B50C-DB06-9F4832DA65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31913"/>
            <a:ext cx="9144000" cy="1279567"/>
          </a:xfrm>
        </p:spPr>
        <p:txBody>
          <a:bodyPr/>
          <a:lstStyle/>
          <a:p>
            <a:r>
              <a:rPr lang="fr-FR" dirty="0"/>
              <a:t>Sciences Industrielles de l’Ingénieur</a:t>
            </a:r>
          </a:p>
          <a:p>
            <a:r>
              <a:rPr lang="fr-FR" dirty="0"/>
              <a:t>Spécialité Ingénierie Informatique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C9DADD-C515-2532-54B3-59090AF77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1013" y="6447022"/>
            <a:ext cx="1596292" cy="404614"/>
          </a:xfrm>
        </p:spPr>
        <p:txBody>
          <a:bodyPr/>
          <a:lstStyle/>
          <a:p>
            <a:fld id="{40743BAD-0FD4-4AFD-913F-F1B3782AF393}" type="slidenum">
              <a:rPr lang="fr-FR" smtClean="0"/>
              <a:t>1</a:t>
            </a:fld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DFFC0B0-168A-3FED-EC8E-AC3BD66206D0}"/>
              </a:ext>
            </a:extLst>
          </p:cNvPr>
          <p:cNvSpPr txBox="1"/>
          <p:nvPr/>
        </p:nvSpPr>
        <p:spPr>
          <a:xfrm>
            <a:off x="264695" y="5732363"/>
            <a:ext cx="36816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N° candidat : </a:t>
            </a:r>
            <a:r>
              <a:rPr lang="fr-FR" b="1" dirty="0"/>
              <a:t>1234567</a:t>
            </a:r>
          </a:p>
          <a:p>
            <a:r>
              <a:rPr lang="fr-FR" dirty="0"/>
              <a:t>HUMBERT Tanguy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88EB477-F4AE-B5AC-DF2F-6EF0079BD8D7}"/>
              </a:ext>
            </a:extLst>
          </p:cNvPr>
          <p:cNvSpPr txBox="1"/>
          <p:nvPr/>
        </p:nvSpPr>
        <p:spPr>
          <a:xfrm>
            <a:off x="3048000" y="329767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SlidesFili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58381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AD0533-8677-F333-9AC9-20ECA5062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219C139-1868-FA78-8B94-DF32CB103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8275474-7A16-3F3B-0A26-324E3E985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1875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E2E2F2-5123-77B2-5079-A7F3F8850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Emploi du temps type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1D7E57C-23B9-62F8-C26D-F60D8BF1D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7F2DD57-C812-2D96-9878-E94D68C72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0705671"/>
      </p:ext>
    </p:extLst>
  </p:cSld>
  <p:clrMapOvr>
    <a:masterClrMapping/>
  </p:clrMapOvr>
</p:sld>
</file>

<file path=ppt/theme/theme1.xml><?xml version="1.0" encoding="utf-8"?>
<a:theme xmlns:a="http://schemas.openxmlformats.org/drawingml/2006/main" name="Cadrage">
  <a:themeElements>
    <a:clrScheme name="Cadrage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adrage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adra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TM10001105[[fn=Cadrage]]</Template>
  <TotalTime>0</TotalTime>
  <Words>35</Words>
  <Application>Microsoft Office PowerPoint</Application>
  <PresentationFormat>Grand écran</PresentationFormat>
  <Paragraphs>10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6" baseType="lpstr">
      <vt:lpstr>Aptos</vt:lpstr>
      <vt:lpstr>Franklin Gothic Book</vt:lpstr>
      <vt:lpstr>Cadrage</vt:lpstr>
      <vt:lpstr>Épreuve d’exploitation pédagogique d’une activité pratique relative à l’approche globale d’un système pluritechnologique</vt:lpstr>
      <vt:lpstr>Présentation PowerPoint</vt:lpstr>
      <vt:lpstr>Emploi du temps 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Tanguy Humbert</dc:creator>
  <cp:lastModifiedBy>Tanguy Humbert</cp:lastModifiedBy>
  <cp:revision>23</cp:revision>
  <dcterms:created xsi:type="dcterms:W3CDTF">2026-06-05T12:34:35Z</dcterms:created>
  <dcterms:modified xsi:type="dcterms:W3CDTF">2026-06-06T17:14:54Z</dcterms:modified>
</cp:coreProperties>
</file>