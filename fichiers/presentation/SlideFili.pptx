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UT GEII" id="{74BC9097-585B-485D-BC93-0177D576A349}">
          <p14:sldIdLst/>
        </p14:section>
        <p14:section name="BUT R&amp;T" id="{D02495CD-48A6-40B1-A35C-76DF5395AF5B}">
          <p14:sldIdLst/>
        </p14:section>
        <p14:section name="BTS CIEL" id="{78D1BA11-83C6-4016-B96D-76C97B425BD7}">
          <p14:sldIdLst/>
        </p14:section>
        <p14:section name="Terminale SI" id="{13ED0719-2399-4B12-B8F8-A3BF216056C7}">
          <p14:sldIdLst/>
        </p14:section>
        <p14:section name="Terminale STI2D" id="{A1FD940E-7CC3-4994-84FF-F5481451CF84}">
          <p14:sldIdLst/>
        </p14:section>
        <p14:section name="PT/PTSI" id="{523287D0-82AF-4373-81BD-973A9A71F0CE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68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38A7C7-51D5-4CE9-848C-73CCDCB5AD2A}" type="datetimeFigureOut">
              <a:rPr lang="fr-FR" smtClean="0"/>
              <a:t>05/06/2026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025D0-A47D-4AF2-993F-F9C2E2046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3299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CEB990-7A0C-930B-B807-315273F4A1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79AE82C-D675-59BE-DB81-D1E162BF6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3E9A41-6DBA-833D-09E9-5DAE08586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F4BE5-493C-4950-8611-4B73EBA124A3}" type="datetime1">
              <a:rPr lang="fr-FR" smtClean="0"/>
              <a:t>05/06/2026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BEE7FB8-4044-9692-0EC3-D64CEB6D9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B6FAC5C-4C68-95B9-9E8C-DF0BAB0B3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3058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1D23FA-06D4-F49D-0CE6-57353C624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BC98462-ACF1-8B7E-09A5-25A190455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EA1948-0A23-766A-6F46-7C5B28DB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74F8F-65AC-4766-A2F7-69AD9EC8EDDE}" type="datetime1">
              <a:rPr lang="fr-FR" smtClean="0"/>
              <a:t>05/06/2026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2EF6AA-4F70-D032-4C66-C028318F8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6E670C-7B3C-F912-8BE7-E5DD10188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808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BE8856-93B8-69E6-3D6F-0510D28BC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96195C6-CABD-9D95-3E22-814035BCB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68E9A9-2ADB-BC19-4053-FE71FF9B3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F0BDA-B3DF-4C30-B725-2619B0E62ACD}" type="datetime1">
              <a:rPr lang="fr-FR" smtClean="0"/>
              <a:t>05/06/2026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C2D937-7256-1DFB-4883-BEEBFD6CD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DE3A71-AE75-FC8F-F833-31C178936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366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8C1A00-7E4C-AB6C-FC97-D8B184478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82C925-B251-50CE-5869-95D24D27C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6408117-6E2C-0305-5C00-611A01FAA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4907583-A63E-86A1-9A0B-6028C1510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7BCF4-2F57-44BE-86E1-4D2E12B5FC6A}" type="datetime1">
              <a:rPr lang="fr-FR" smtClean="0"/>
              <a:t>05/06/2026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0059B69-5E95-0004-45E1-4602A1B49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4DE6EAF-BE3F-9CF7-3429-CD97C12A5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1181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DC2200-6D5A-EB3A-6F10-1B9CDBF03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A983305-C123-540D-D4BF-256457376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F3E8E6E-0F09-18AA-5DE8-94165A80A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A0A1188-E098-DA6D-C0CE-417FC07130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A429935-247C-CB9B-1194-CCF13DE2A8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64591C0-9D84-81F3-D694-9D9CED871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1D020-EA2F-4E08-9F19-25238FB1646F}" type="datetime1">
              <a:rPr lang="fr-FR" smtClean="0"/>
              <a:t>05/06/2026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A21687A-41C2-A4ED-4E39-A533CB0AC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915F62C-820E-AB5C-3A2A-E45242BC6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4249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54173D-D8F7-ABFF-4E33-5924775DD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53A9603-240B-46E8-E4B9-8575D412C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9C80-4ECC-4A86-ACB8-43004AF15481}" type="datetime1">
              <a:rPr lang="fr-FR" smtClean="0"/>
              <a:t>05/06/2026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A4C4C47-B417-AA12-60E4-DDF89C115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1A6CAD8-FE20-3F02-77FD-A4FDEC273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6225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8C89A0A-9486-A395-45EE-814015E1A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1220C-94C3-4D23-98DD-B536DE4A6F2C}" type="datetime1">
              <a:rPr lang="fr-FR" smtClean="0"/>
              <a:t>05/06/2026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C75FEA0-3A4D-D739-7F9E-15ED6AF68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3D1B0A-A486-BD43-95DB-CCE066747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615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4FF095-0866-D82E-F70C-88A7EFC4D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217B13-4378-1CDA-9E90-233DBB816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1A150B4-B5A5-4C65-D51A-FC67645C55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FA72E2C-893F-8884-938B-EA9323CA4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193F2-5089-4D6D-B951-141B92746967}" type="datetime1">
              <a:rPr lang="fr-FR" smtClean="0"/>
              <a:t>05/06/2026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33F9C2A-5565-0757-21ED-333F9CCEA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C52D00C-BB86-1730-8DB6-231068A7D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7598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5AC9A1-716A-D133-FF1B-F1B6C053D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3D9D07D-DC41-677D-C7EC-5ED5585A63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1AE6500-07A2-2029-0269-25F7DB3A42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0A17D1E-6C2C-8847-93DA-4C6C549B3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5EEFE-CE4B-45B5-811F-7C771B7BD159}" type="datetime1">
              <a:rPr lang="fr-FR" smtClean="0"/>
              <a:t>05/06/2026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18DEA7D-85E4-ED3A-AF1B-BD7561F96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652352-C267-23DC-ECFD-D2E3B2398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1577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17F8C8-CFC5-775C-00F2-C32E6A146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E907C02-5ECB-39E7-C198-753DC8595D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3D6A81-DFE0-C7DC-F1AB-AE2CA5A96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0509C-B4B3-4DBB-BCC9-40D57FCA4C66}" type="datetime1">
              <a:rPr lang="fr-FR" smtClean="0"/>
              <a:t>05/06/2026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DA4CE-BAB3-AA97-9BC4-3C60F35C4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63F4A1-F40F-CB14-50C0-48DF248B1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6551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8069BF0-3C2A-BB93-3E5B-D70B903246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6F2374B-8422-A183-2EDA-21F26205C6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1ED0EE-2F89-9D20-FD09-954C7FF8F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1CFBF-E380-4D91-9539-BDFDF7AF5C45}" type="datetime1">
              <a:rPr lang="fr-FR" smtClean="0"/>
              <a:t>05/06/2026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17DA64-89EB-04A0-AB0F-7B3BF2303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E99105-C1D3-A65D-4851-5E3B49F27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8183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A63F858-957B-E10C-8EA8-2C912F7F9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9D84943-2B3A-08D0-6FA3-2337D2071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96B7733-A9F3-A94B-D444-885FF39D0C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65F967-DFD5-47C5-B34E-026F86C5401C}" type="datetime1">
              <a:rPr lang="fr-FR" smtClean="0"/>
              <a:t>05/06/2026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15736C-1122-4351-D878-1031DAA92A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985781-7200-37A2-BEAD-E5AAFD99FC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01908" y="642327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43BAD-0FD4-4AFD-913F-F1B3782AF39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50227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Thème 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Tanguy Humbert</dc:creator>
  <cp:lastModifiedBy>Tanguy Humbert</cp:lastModifiedBy>
  <cp:revision>2</cp:revision>
  <dcterms:created xsi:type="dcterms:W3CDTF">2026-06-05T12:34:35Z</dcterms:created>
  <dcterms:modified xsi:type="dcterms:W3CDTF">2026-06-05T12:50:05Z</dcterms:modified>
</cp:coreProperties>
</file>