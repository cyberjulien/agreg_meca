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7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ésentation" id="{74BC9097-585B-485D-BC93-0177D576A349}">
          <p14:sldIdLst>
            <p14:sldId id="256"/>
          </p14:sldIdLst>
        </p14:section>
        <p14:section name="Sommaire" id="{418974AC-9ED8-4844-A7B6-44AB019734F8}">
          <p14:sldIdLst>
            <p14:sldId id="257"/>
          </p14:sldIdLst>
        </p14:section>
        <p14:section name="Présentation du système" id="{74DEC717-5837-470B-A99A-3F477BCBD0C6}">
          <p14:sldIdLst>
            <p14:sldId id="258"/>
            <p14:sldId id="259"/>
          </p14:sldIdLst>
        </p14:section>
        <p14:section name="Présentation des manipulations réalisées" id="{D02495CD-48A6-40B1-A35C-76DF5395AF5B}">
          <p14:sldIdLst>
            <p14:sldId id="260"/>
            <p14:sldId id="261"/>
          </p14:sldIdLst>
        </p14:section>
        <p14:section name="Présentation de la séquence pédagogique" id="{78D1BA11-83C6-4016-B96D-76C97B425BD7}">
          <p14:sldIdLst>
            <p14:sldId id="262"/>
            <p14:sldId id="263"/>
            <p14:sldId id="264"/>
          </p14:sldIdLst>
        </p14:section>
        <p14:section name="Terminale SI" id="{13ED0719-2399-4B12-B8F8-A3BF216056C7}">
          <p14:sldIdLst/>
        </p14:section>
        <p14:section name="Terminale STI2D" id="{A1FD940E-7CC3-4994-84FF-F5481451CF84}">
          <p14:sldIdLst/>
        </p14:section>
        <p14:section name="PT/PTSI" id="{523287D0-82AF-4373-81BD-973A9A71F0CE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79" autoAdjust="0"/>
    <p:restoredTop sz="94660"/>
  </p:normalViewPr>
  <p:slideViewPr>
    <p:cSldViewPr snapToGrid="0">
      <p:cViewPr>
        <p:scale>
          <a:sx n="100" d="100"/>
          <a:sy n="100" d="100"/>
        </p:scale>
        <p:origin x="41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38A7C7-51D5-4CE9-848C-73CCDCB5AD2A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B025D0-A47D-4AF2-993F-F9C2E2046C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32991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25BF4BE5-493C-4950-8611-4B73EBA124A3}" type="datetime1">
              <a:rPr lang="fr-FR" smtClean="0"/>
              <a:t>05/06/2026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091231E6-B321-0B67-D767-F5F0AAFD25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159774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74F8F-65AC-4766-A2F7-69AD9EC8EDDE}" type="datetime1">
              <a:rPr lang="fr-FR" smtClean="0"/>
              <a:t>05/06/2026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3033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EF0BDA-B3DF-4C30-B725-2619B0E62ACD}" type="datetime1">
              <a:rPr lang="fr-FR" smtClean="0"/>
              <a:t>05/06/2026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D9183F09-4D74-DF4B-058F-6F3E22E452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430638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7BCF4-2F57-44BE-86E1-4D2E12B5FC6A}" type="datetime1">
              <a:rPr lang="fr-FR" smtClean="0"/>
              <a:t>05/06/2026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6332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1D020-EA2F-4E08-9F19-25238FB1646F}" type="datetime1">
              <a:rPr lang="fr-FR" smtClean="0"/>
              <a:t>05/06/2026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601079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9C80-4ECC-4A86-ACB8-43004AF15481}" type="datetime1">
              <a:rPr lang="fr-FR" smtClean="0"/>
              <a:t>05/06/2026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9497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B1220C-94C3-4D23-98DD-B536DE4A6F2C}" type="datetime1">
              <a:rPr lang="fr-FR" smtClean="0"/>
              <a:t>05/06/2026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4364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77193F2-5089-4D6D-B951-141B92746967}" type="datetime1">
              <a:rPr lang="fr-FR" smtClean="0"/>
              <a:t>05/06/2026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1E75D6BE-C78D-BB10-E801-DB8CE72873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61060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155EEFE-CE4B-45B5-811F-7C771B7BD159}" type="datetime1">
              <a:rPr lang="fr-FR" smtClean="0"/>
              <a:t>05/06/2026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DA637D9-D62A-A3FC-AA8B-076DEAAF57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18002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0509C-B4B3-4DBB-BCC9-40D57FCA4C66}" type="datetime1">
              <a:rPr lang="fr-FR" smtClean="0"/>
              <a:t>05/06/2026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2386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51CFBF-E380-4D91-9539-BDFDF7AF5C45}" type="datetime1">
              <a:rPr lang="fr-FR" smtClean="0"/>
              <a:t>05/06/2026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67696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865F967-DFD5-47C5-B34E-026F86C5401C}" type="datetime1">
              <a:rPr lang="fr-FR" smtClean="0"/>
              <a:t>05/06/2026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57474" y="6342017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 baseline="0">
                <a:solidFill>
                  <a:schemeClr val="tx2"/>
                </a:solidFill>
              </a:defRPr>
            </a:lvl1pPr>
          </a:lstStyle>
          <a:p>
            <a:fld id="{40743BAD-0FD4-4AFD-913F-F1B3782AF39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0871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8" r:id="rId1"/>
    <p:sldLayoutId id="2147483799" r:id="rId2"/>
    <p:sldLayoutId id="2147483800" r:id="rId3"/>
    <p:sldLayoutId id="2147483801" r:id="rId4"/>
    <p:sldLayoutId id="2147483802" r:id="rId5"/>
    <p:sldLayoutId id="2147483803" r:id="rId6"/>
    <p:sldLayoutId id="2147483804" r:id="rId7"/>
    <p:sldLayoutId id="2147483805" r:id="rId8"/>
    <p:sldLayoutId id="2147483806" r:id="rId9"/>
    <p:sldLayoutId id="2147483807" r:id="rId10"/>
    <p:sldLayoutId id="2147483808" r:id="rId11"/>
  </p:sldLayoutIdLst>
  <p:hf hdr="0" ftr="0" dt="0"/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E1344C-802D-F5C3-6668-E884402768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855871"/>
          </a:xfrm>
        </p:spPr>
        <p:txBody>
          <a:bodyPr>
            <a:noAutofit/>
          </a:bodyPr>
          <a:lstStyle/>
          <a:p>
            <a:r>
              <a:rPr lang="fr-FR" sz="4000" dirty="0"/>
              <a:t>Épreuve d’exploitation pédagogique d’une activité pratique relative à l’approche spécialisée d’un système </a:t>
            </a:r>
            <a:r>
              <a:rPr lang="fr-FR" sz="4000" dirty="0" err="1"/>
              <a:t>pluritechnologique</a:t>
            </a:r>
            <a:endParaRPr lang="fr-FR" sz="40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B5A5FBB-EE00-B50C-DB06-9F4832DA65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31913"/>
            <a:ext cx="9144000" cy="1279567"/>
          </a:xfrm>
        </p:spPr>
        <p:txBody>
          <a:bodyPr/>
          <a:lstStyle/>
          <a:p>
            <a:r>
              <a:rPr lang="fr-FR" dirty="0"/>
              <a:t>Sciences Industrielles de l’Ingénieur</a:t>
            </a:r>
          </a:p>
          <a:p>
            <a:r>
              <a:rPr lang="fr-FR" dirty="0"/>
              <a:t>Spécialité Ingénierie Informatique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8C9DADD-C515-2532-54B3-59090AF772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30683" y="6453386"/>
            <a:ext cx="1596292" cy="404614"/>
          </a:xfrm>
        </p:spPr>
        <p:txBody>
          <a:bodyPr/>
          <a:lstStyle/>
          <a:p>
            <a:fld id="{40743BAD-0FD4-4AFD-913F-F1B3782AF393}" type="slidenum">
              <a:rPr lang="fr-FR" smtClean="0"/>
              <a:t>1</a:t>
            </a:fld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DFFC0B0-168A-3FED-EC8E-AC3BD66206D0}"/>
              </a:ext>
            </a:extLst>
          </p:cNvPr>
          <p:cNvSpPr txBox="1"/>
          <p:nvPr/>
        </p:nvSpPr>
        <p:spPr>
          <a:xfrm>
            <a:off x="264695" y="5732363"/>
            <a:ext cx="36816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N° candidat : </a:t>
            </a:r>
            <a:r>
              <a:rPr lang="fr-FR" b="1" dirty="0"/>
              <a:t>02539426732</a:t>
            </a:r>
          </a:p>
          <a:p>
            <a:r>
              <a:rPr lang="fr-FR" dirty="0"/>
              <a:t>HUMBERT Tanguy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583811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FE1ACFA8-29E4-038B-038D-B86C51E4F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1D0B67A-95B3-6BA0-A611-4A539AB44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fr-FR" dirty="0"/>
          </a:p>
          <a:p>
            <a:r>
              <a:rPr lang="fr-FR" dirty="0"/>
              <a:t>Présentation du Système</a:t>
            </a:r>
          </a:p>
          <a:p>
            <a:endParaRPr lang="fr-FR" dirty="0"/>
          </a:p>
          <a:p>
            <a:r>
              <a:rPr lang="fr-FR" dirty="0"/>
              <a:t>Présentation des manipulations réalisées</a:t>
            </a:r>
          </a:p>
          <a:p>
            <a:endParaRPr lang="fr-FR" dirty="0"/>
          </a:p>
          <a:p>
            <a:r>
              <a:rPr lang="fr-FR" dirty="0"/>
              <a:t>Présentation de la séquence pédagogique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38AEE7B-DB50-EEE5-E200-87B127E33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1395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A23A54-C0BF-168C-902F-A4032063C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Système global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7D4A73-6C3F-5E24-329E-5775875616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F23FC63-172B-2BC0-EF46-EF974F67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3646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BC6E94-C296-4FA6-2B52-8B461FE38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Potentialités didactiques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97CB6E-F688-808B-117F-61ED85AE49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7FFB85E-5A38-63B7-2A8E-FCB94D103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7165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4BF94A4F-B7ED-DDE5-0174-D5F9E7391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Présentation des manipulations réalisées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98989753-6C0F-ECFD-5470-E4E96160B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C56BF3B-EC0B-ABCA-0499-3DB2CFDE04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94565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64015CF7-56D8-0727-1E0D-3444C9FEC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8B37360-714F-F41A-CE43-60C98F430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FC4B19D-3F27-A52C-6A13-1C732FFE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pPr/>
              <a:t>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653643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1422FC55-0445-5EEB-F3E6-3206A7ACB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Présentation de la séquence pédagogique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F7F0CCBD-BC96-E09F-AAEA-5835D192F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93003F-EBAA-FB9D-F1DD-FB8D5FF2C0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15231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4F5B5EE8-418A-F11D-D63F-BFCEE1F12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29118A1-C019-6AED-F2EC-687E34070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BDDA493-C0B5-0055-5885-4AF89AFB8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pPr/>
              <a:t>8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201726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059D3-1033-C21A-D549-35D825E06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E220F5FB-4AEA-0E53-3119-A81032826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Démarches pédagogiques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C5343DC-792C-558F-8832-07AFEDF386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6DED23E-DF72-BBC0-6CE6-BE6D2253A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743BAD-0FD4-4AFD-913F-F1B3782AF393}" type="slidenum">
              <a:rPr lang="fr-FR" smtClean="0"/>
              <a:pPr/>
              <a:t>9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48027405"/>
      </p:ext>
    </p:extLst>
  </p:cSld>
  <p:clrMapOvr>
    <a:masterClrMapping/>
  </p:clrMapOvr>
</p:sld>
</file>

<file path=ppt/theme/theme1.xml><?xml version="1.0" encoding="utf-8"?>
<a:theme xmlns:a="http://schemas.openxmlformats.org/drawingml/2006/main" name="Cadrage">
  <a:themeElements>
    <a:clrScheme name="Cadrage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adrage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adra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TM10001105[[fn=Cadrage]]</Template>
  <TotalTime>0</TotalTime>
  <Words>65</Words>
  <Application>Microsoft Office PowerPoint</Application>
  <PresentationFormat>Grand écran</PresentationFormat>
  <Paragraphs>27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2" baseType="lpstr">
      <vt:lpstr>Aptos</vt:lpstr>
      <vt:lpstr>Franklin Gothic Book</vt:lpstr>
      <vt:lpstr>Cadrage</vt:lpstr>
      <vt:lpstr>Épreuve d’exploitation pédagogique d’une activité pratique relative à l’approche spécialisée d’un système pluritechnologique</vt:lpstr>
      <vt:lpstr>Sommaire</vt:lpstr>
      <vt:lpstr>Système global</vt:lpstr>
      <vt:lpstr>Potentialités didactiques</vt:lpstr>
      <vt:lpstr>Présentation des manipulations réalisées</vt:lpstr>
      <vt:lpstr>Présentation PowerPoint</vt:lpstr>
      <vt:lpstr>Présentation de la séquence pédagogique</vt:lpstr>
      <vt:lpstr>Contexte</vt:lpstr>
      <vt:lpstr>Démarches pédagogiques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Tanguy Humbert</dc:creator>
  <cp:lastModifiedBy>Tanguy Humbert</cp:lastModifiedBy>
  <cp:revision>3</cp:revision>
  <dcterms:created xsi:type="dcterms:W3CDTF">2026-06-05T12:34:35Z</dcterms:created>
  <dcterms:modified xsi:type="dcterms:W3CDTF">2026-06-05T18:07:38Z</dcterms:modified>
</cp:coreProperties>
</file>