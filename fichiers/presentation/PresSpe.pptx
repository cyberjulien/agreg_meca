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91" d="100"/>
          <a:sy n="91" d="100"/>
        </p:scale>
        <p:origin x="110" y="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5BDA67-0942-3E00-287F-134D24A6A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7197472-824A-0EE2-14D8-1A9AB3C1F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B42C0FF-9389-BA23-0C1C-03FF2E0EB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E1A553-5E62-8300-8BD8-202F28627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451863-AD11-B68D-4794-3B0009349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5798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8AC634-A531-A164-4100-FB8D63DD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1406F4-BE43-D26F-417E-46CA89827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E26211-894D-D8D6-518F-D85537A4D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F83B004-4F7F-9BC7-A00C-FF78B6AAF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533CCF9-B01D-1D5A-9839-8BA31B550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2346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6D91D2-47AC-2A7A-9657-163D90A98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9F74AD2-436D-E600-67A7-25E8FA4E07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27245BB-2EFC-CD50-38D8-356A70868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737DF8E-1FAB-2686-E107-D3AD22C81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9096B3-08AB-942A-10B8-24547B2C3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89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D29F12-3EF6-28E9-4B8B-8CC76777C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A242A2D-4D9B-4544-2DA2-746CF1185C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DF3A3F2-49BF-AD09-EE6E-474F37F19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CB4EA86-A19D-F22E-8DBD-6D67F84D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934C08E-8CA9-BEBC-F237-9BC62846A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19D6AE-C607-A70B-E7EC-15C1E8B4E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98012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3683A9-4067-CE7F-2A20-F4D9FFA41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E4E93E6-753F-ABF8-2FF6-B6EE4B077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1A692ED-25BD-8846-F006-828B5CE916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DC86597-3F94-2674-FBB1-8E9C766E5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A40C252-8ED1-A34A-74D0-D4234E9DF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3927EE8-FF1F-6922-00A0-FD7A28966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64F108-15AC-718A-8DA4-AF300A6E6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FAB7B93-E327-5064-8409-8D7794CE7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80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ADE52F-47F4-BD24-D5D8-6B40F80C8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71323F8-9399-2CAE-8FAE-8D550ADA0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129F7DB-C878-DD34-484D-0FC9BC0F6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7D8979-3915-9705-C619-3CD3D4D24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8327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CD1B117-8F0E-5801-0440-8C5921A60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8DF7E26-FFB0-DE28-AAE7-BA2894E4E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14C97C1-20AE-2BFE-70D5-E07366DB6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7977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4E3779-3BDA-9BB8-280D-E81BEE4F1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2A6A11-E7A6-685E-6FE3-225869DA2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5383D25-E17E-1CB6-745E-53257A5410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73E45AA-BF08-B0C4-FDD7-D375ADB2B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942CAF-167D-B065-6737-52C64A42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47917E-4C79-24C9-9ACF-AAB1E3141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2742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F87322-996A-7EAF-D8E9-5F59EBB03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85A7BC0-F45B-AF3A-8EF8-7FD9BF3CDF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0CEF897-1FB0-4C2C-56C3-706DF593B7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50AC2EC-BF0D-D079-8546-4B0EAEEDE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525727E-24B3-AAD3-62CB-EC4B90DD4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69C7B2-74B9-3920-83B9-84216D67C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2442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107A8-094E-A482-8FEB-AAA2A8DBD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81B214C-35D9-D08B-346B-B1887507AC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A8512-3E2E-170E-4418-4A8005917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CCA197-6AF7-6DA1-CDBD-C8594A8CC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F1C10D-294F-0568-2F41-ED0DD7A21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078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E58F5AD-D991-0F7C-96D7-EA43496A24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FD79277-8E59-35CD-1477-39DEB1BC8D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E6660E-ED54-FC78-A603-25DCE74F5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CD83D4C-5750-88DB-EF9F-C2C993FC1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7EC87A-F0F8-F37A-92E4-39EA9025D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1065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08E1B5A-3DDB-7330-621D-580E4C103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1A8E8D-558A-02A8-C35F-9EA2A132C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148B1B-2EC4-03A6-7073-17C2F27FE9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A8C4C-A59A-44C9-A053-D8C84F7CDD73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B55FEA3-CCD3-BDD3-1C2E-721A065EC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A33A901-6B26-0EED-056B-63ED1DFB9A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B94DCF-0D6D-46D6-8AE7-040528F48D4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682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FD93CD-D0E1-EA83-2954-FB997CCDF9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208F7F0-9284-3D0A-476C-8A125C3363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81922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Tanguy Humbert</dc:creator>
  <cp:lastModifiedBy>Tanguy Humbert</cp:lastModifiedBy>
  <cp:revision>1</cp:revision>
  <dcterms:created xsi:type="dcterms:W3CDTF">2026-06-05T12:36:05Z</dcterms:created>
  <dcterms:modified xsi:type="dcterms:W3CDTF">2026-06-05T12:36:05Z</dcterms:modified>
</cp:coreProperties>
</file>