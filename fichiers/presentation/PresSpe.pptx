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7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ésentation" id="{74BC9097-585B-485D-BC93-0177D576A349}">
          <p14:sldIdLst>
            <p14:sldId id="256"/>
          </p14:sldIdLst>
        </p14:section>
        <p14:section name="Sommaire" id="{418974AC-9ED8-4844-A7B6-44AB019734F8}">
          <p14:sldIdLst>
            <p14:sldId id="257"/>
          </p14:sldIdLst>
        </p14:section>
        <p14:section name="Présentation du système" id="{74DEC717-5837-470B-A99A-3F477BCBD0C6}">
          <p14:sldIdLst>
            <p14:sldId id="258"/>
            <p14:sldId id="259"/>
          </p14:sldIdLst>
        </p14:section>
        <p14:section name="Présentation des manipulations réalisées" id="{D02495CD-48A6-40B1-A35C-76DF5395AF5B}">
          <p14:sldIdLst>
            <p14:sldId id="260"/>
            <p14:sldId id="261"/>
          </p14:sldIdLst>
        </p14:section>
        <p14:section name="Présentation de la séquence pédagogique" id="{78D1BA11-83C6-4016-B96D-76C97B425BD7}">
          <p14:sldIdLst>
            <p14:sldId id="262"/>
          </p14:sldIdLst>
        </p14:section>
        <p14:section name="Contexte de la filière" id="{6071A6E2-9DE2-47C4-81F8-C3279089F8EF}">
          <p14:sldIdLst>
            <p14:sldId id="263"/>
            <p14:sldId id="264"/>
          </p14:sldIdLst>
        </p14:section>
        <p14:section name="Ressources" id="{D7246498-8261-4DEF-B54B-CD1426AB1115}">
          <p14:sldIdLst>
            <p14:sldId id="265"/>
            <p14:sldId id="266"/>
            <p14:sldId id="267"/>
          </p14:sldIdLst>
        </p14:section>
        <p14:section name="Prérequis" id="{C75066A0-F66B-47C7-9F47-3330A2038956}">
          <p14:sldIdLst>
            <p14:sldId id="268"/>
          </p14:sldIdLst>
        </p14:section>
        <p14:section name="Séquence" id="{B3637AB5-D08D-46B6-8604-6CE1066CE0A6}">
          <p14:sldIdLst>
            <p14:sldId id="269"/>
            <p14:sldId id="270"/>
          </p14:sldIdLst>
        </p14:section>
        <p14:section name="Évaluation" id="{A8EDA3F5-498D-40C0-8AC6-E93A93781C47}">
          <p14:sldIdLst>
            <p14:sldId id="271"/>
          </p14:sldIdLst>
        </p14:section>
        <p14:section name="Séance à Caractère Expérimenal" id="{FD44380C-DC21-43B1-8CFB-1A441F1C1420}">
          <p14:sldIdLst>
            <p14:sldId id="272"/>
            <p14:sldId id="273"/>
          </p14:sldIdLst>
        </p14:section>
        <p14:section name="Conclusion" id="{D632A153-8878-4482-B04C-AEC8415B1CD7}">
          <p14:sldIdLst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79" autoAdjust="0"/>
    <p:restoredTop sz="94660"/>
  </p:normalViewPr>
  <p:slideViewPr>
    <p:cSldViewPr snapToGrid="0">
      <p:cViewPr varScale="1">
        <p:scale>
          <a:sx n="88" d="100"/>
          <a:sy n="88" d="100"/>
        </p:scale>
        <p:origin x="89" y="1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B8CFD7C-DCC8-4853-817B-E0D6FD063734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1428B444-6C29-4023-B2EB-DC35BD9E88EA}">
      <dgm:prSet phldrT="[Texte]" phldr="0"/>
      <dgm:spPr/>
      <dgm:t>
        <a:bodyPr/>
        <a:lstStyle/>
        <a:p>
          <a:r>
            <a:rPr lang="fr-FR" dirty="0"/>
            <a:t>Semaine 1</a:t>
          </a:r>
        </a:p>
      </dgm:t>
    </dgm:pt>
    <dgm:pt modelId="{FA4B1207-58EE-42AA-8CDD-CF6D6FB102D6}" type="parTrans" cxnId="{0E929AAA-EEFA-42F1-908F-DBAA86644762}">
      <dgm:prSet/>
      <dgm:spPr/>
      <dgm:t>
        <a:bodyPr/>
        <a:lstStyle/>
        <a:p>
          <a:endParaRPr lang="fr-FR"/>
        </a:p>
      </dgm:t>
    </dgm:pt>
    <dgm:pt modelId="{B530583A-EF6F-424D-BE8A-0451E7585402}" type="sibTrans" cxnId="{0E929AAA-EEFA-42F1-908F-DBAA86644762}">
      <dgm:prSet/>
      <dgm:spPr/>
      <dgm:t>
        <a:bodyPr/>
        <a:lstStyle/>
        <a:p>
          <a:endParaRPr lang="fr-FR"/>
        </a:p>
      </dgm:t>
    </dgm:pt>
    <dgm:pt modelId="{0E444272-3C63-477F-9C47-A41036231C83}">
      <dgm:prSet phldrT="[Texte]" phldr="0" custT="1"/>
      <dgm:spPr/>
      <dgm:t>
        <a:bodyPr/>
        <a:lstStyle/>
        <a:p>
          <a:r>
            <a:rPr lang="fr-FR" sz="1200" dirty="0"/>
            <a:t>2h – CM</a:t>
          </a:r>
        </a:p>
        <a:p>
          <a:r>
            <a:rPr lang="fr-FR" sz="1200" dirty="0"/>
            <a:t>Codage des nombres, caractères et images</a:t>
          </a:r>
        </a:p>
      </dgm:t>
    </dgm:pt>
    <dgm:pt modelId="{1AF51A4F-28A8-4255-BE3C-19488C130AD8}" type="parTrans" cxnId="{B5146427-0A7F-486B-A78A-D24F0B8F2E32}">
      <dgm:prSet/>
      <dgm:spPr/>
      <dgm:t>
        <a:bodyPr/>
        <a:lstStyle/>
        <a:p>
          <a:endParaRPr lang="fr-FR"/>
        </a:p>
      </dgm:t>
    </dgm:pt>
    <dgm:pt modelId="{93548EBF-6F93-4F08-A521-18729271D11F}" type="sibTrans" cxnId="{B5146427-0A7F-486B-A78A-D24F0B8F2E32}">
      <dgm:prSet/>
      <dgm:spPr/>
      <dgm:t>
        <a:bodyPr/>
        <a:lstStyle/>
        <a:p>
          <a:endParaRPr lang="fr-FR"/>
        </a:p>
      </dgm:t>
    </dgm:pt>
    <dgm:pt modelId="{0E9AF598-822A-480E-9DB2-60A7AA3EB796}">
      <dgm:prSet phldrT="[Texte]"/>
      <dgm:spPr/>
      <dgm:t>
        <a:bodyPr/>
        <a:lstStyle/>
        <a:p>
          <a:r>
            <a:rPr lang="fr-FR" dirty="0"/>
            <a:t>2h – CM</a:t>
          </a:r>
        </a:p>
        <a:p>
          <a:r>
            <a:rPr lang="fr-FR" dirty="0"/>
            <a:t>Différents types de mémoire</a:t>
          </a:r>
        </a:p>
      </dgm:t>
    </dgm:pt>
    <dgm:pt modelId="{A0ED786E-5FFA-4801-9491-E1B5E8C235B2}" type="parTrans" cxnId="{277070DD-D318-4B9C-80D0-BE114F8ADD01}">
      <dgm:prSet/>
      <dgm:spPr/>
      <dgm:t>
        <a:bodyPr/>
        <a:lstStyle/>
        <a:p>
          <a:endParaRPr lang="fr-FR"/>
        </a:p>
      </dgm:t>
    </dgm:pt>
    <dgm:pt modelId="{E8F1C333-4209-40F9-AA6C-FE5E1156D851}" type="sibTrans" cxnId="{277070DD-D318-4B9C-80D0-BE114F8ADD01}">
      <dgm:prSet/>
      <dgm:spPr/>
      <dgm:t>
        <a:bodyPr/>
        <a:lstStyle/>
        <a:p>
          <a:endParaRPr lang="fr-FR"/>
        </a:p>
      </dgm:t>
    </dgm:pt>
    <dgm:pt modelId="{95E5BF0B-4125-4119-84A6-AA1AEE190608}">
      <dgm:prSet phldrT="[Texte]" phldr="0"/>
      <dgm:spPr/>
      <dgm:t>
        <a:bodyPr/>
        <a:lstStyle/>
        <a:p>
          <a:r>
            <a:rPr lang="fr-FR" dirty="0"/>
            <a:t>Semaine 2</a:t>
          </a:r>
        </a:p>
      </dgm:t>
    </dgm:pt>
    <dgm:pt modelId="{26030C2E-1D3D-48B6-8203-D973CE80B638}" type="parTrans" cxnId="{1C5E6ABE-793E-4056-8827-FB3D717F466A}">
      <dgm:prSet/>
      <dgm:spPr/>
      <dgm:t>
        <a:bodyPr/>
        <a:lstStyle/>
        <a:p>
          <a:endParaRPr lang="fr-FR"/>
        </a:p>
      </dgm:t>
    </dgm:pt>
    <dgm:pt modelId="{E0146706-571A-4442-9FD6-3733A38D5536}" type="sibTrans" cxnId="{1C5E6ABE-793E-4056-8827-FB3D717F466A}">
      <dgm:prSet/>
      <dgm:spPr/>
      <dgm:t>
        <a:bodyPr/>
        <a:lstStyle/>
        <a:p>
          <a:endParaRPr lang="fr-FR"/>
        </a:p>
      </dgm:t>
    </dgm:pt>
    <dgm:pt modelId="{118C8218-47B3-425D-BBDE-F642DACBC0B9}">
      <dgm:prSet phldrT="[Texte]"/>
      <dgm:spPr/>
      <dgm:t>
        <a:bodyPr/>
        <a:lstStyle/>
        <a:p>
          <a:r>
            <a:rPr lang="fr-FR" dirty="0"/>
            <a:t>2h – CM</a:t>
          </a:r>
        </a:p>
        <a:p>
          <a:r>
            <a:rPr lang="fr-FR" dirty="0"/>
            <a:t>Logique combinatoire et séquentielle</a:t>
          </a:r>
        </a:p>
      </dgm:t>
    </dgm:pt>
    <dgm:pt modelId="{1687BC27-7F6C-460C-9F6C-FCADA57B45F9}" type="parTrans" cxnId="{087184D1-F1BA-408A-8C93-097A290E6522}">
      <dgm:prSet/>
      <dgm:spPr/>
      <dgm:t>
        <a:bodyPr/>
        <a:lstStyle/>
        <a:p>
          <a:endParaRPr lang="fr-FR"/>
        </a:p>
      </dgm:t>
    </dgm:pt>
    <dgm:pt modelId="{8D040E17-2679-42D2-879F-51D385D45CDF}" type="sibTrans" cxnId="{087184D1-F1BA-408A-8C93-097A290E6522}">
      <dgm:prSet/>
      <dgm:spPr/>
      <dgm:t>
        <a:bodyPr/>
        <a:lstStyle/>
        <a:p>
          <a:endParaRPr lang="fr-FR"/>
        </a:p>
      </dgm:t>
    </dgm:pt>
    <dgm:pt modelId="{70C35D1A-219A-4584-9912-8F96E7FD6534}">
      <dgm:prSet phldrT="[Texte]" phldr="0"/>
      <dgm:spPr/>
      <dgm:t>
        <a:bodyPr/>
        <a:lstStyle/>
        <a:p>
          <a:r>
            <a:rPr lang="fr-FR" dirty="0"/>
            <a:t>2h – CM</a:t>
          </a:r>
        </a:p>
        <a:p>
          <a:r>
            <a:rPr lang="fr-FR" dirty="0"/>
            <a:t>Structure d’un processeur</a:t>
          </a:r>
        </a:p>
        <a:p>
          <a:r>
            <a:rPr lang="fr-FR" dirty="0"/>
            <a:t>DS</a:t>
          </a:r>
        </a:p>
      </dgm:t>
    </dgm:pt>
    <dgm:pt modelId="{D5F31328-9199-4987-A7B1-554EBF50360F}" type="parTrans" cxnId="{64A6F303-0023-4420-843B-0FDBE466E4F1}">
      <dgm:prSet/>
      <dgm:spPr/>
      <dgm:t>
        <a:bodyPr/>
        <a:lstStyle/>
        <a:p>
          <a:endParaRPr lang="fr-FR"/>
        </a:p>
      </dgm:t>
    </dgm:pt>
    <dgm:pt modelId="{4F1909A3-5CC5-42C5-A4C7-E9617F6C5DF2}" type="sibTrans" cxnId="{64A6F303-0023-4420-843B-0FDBE466E4F1}">
      <dgm:prSet/>
      <dgm:spPr/>
      <dgm:t>
        <a:bodyPr/>
        <a:lstStyle/>
        <a:p>
          <a:endParaRPr lang="fr-FR"/>
        </a:p>
      </dgm:t>
    </dgm:pt>
    <dgm:pt modelId="{3EA7A69B-3480-410C-922C-57E96C03AEDD}">
      <dgm:prSet phldrT="[Texte]" phldr="0"/>
      <dgm:spPr/>
      <dgm:t>
        <a:bodyPr/>
        <a:lstStyle/>
        <a:p>
          <a:r>
            <a:rPr lang="fr-FR" dirty="0"/>
            <a:t>Semaine 3</a:t>
          </a:r>
        </a:p>
      </dgm:t>
    </dgm:pt>
    <dgm:pt modelId="{796DBC91-E9A5-4BEB-88C4-0A2DC8ECC5E8}" type="parTrans" cxnId="{5C2B9794-C69A-46D9-8288-4BF1EB8EC4C3}">
      <dgm:prSet/>
      <dgm:spPr/>
      <dgm:t>
        <a:bodyPr/>
        <a:lstStyle/>
        <a:p>
          <a:endParaRPr lang="fr-FR"/>
        </a:p>
      </dgm:t>
    </dgm:pt>
    <dgm:pt modelId="{3FF9312B-9ED3-4321-A274-B2C90291AE66}" type="sibTrans" cxnId="{5C2B9794-C69A-46D9-8288-4BF1EB8EC4C3}">
      <dgm:prSet/>
      <dgm:spPr/>
      <dgm:t>
        <a:bodyPr/>
        <a:lstStyle/>
        <a:p>
          <a:endParaRPr lang="fr-FR"/>
        </a:p>
      </dgm:t>
    </dgm:pt>
    <dgm:pt modelId="{9F44E5DD-68E0-40D6-A90B-8B4576C55B82}">
      <dgm:prSet phldrT="[Texte]" phldr="0"/>
      <dgm:spPr/>
      <dgm:t>
        <a:bodyPr/>
        <a:lstStyle/>
        <a:p>
          <a:r>
            <a:rPr lang="fr-FR" dirty="0"/>
            <a:t>1h – CM</a:t>
          </a:r>
        </a:p>
        <a:p>
          <a:r>
            <a:rPr lang="fr-FR" dirty="0"/>
            <a:t>Notion d’ALU</a:t>
          </a:r>
        </a:p>
        <a:p>
          <a:r>
            <a:rPr lang="fr-FR" dirty="0"/>
            <a:t>Fonctions logiques</a:t>
          </a:r>
        </a:p>
      </dgm:t>
    </dgm:pt>
    <dgm:pt modelId="{BC8AB084-D176-44D7-9C9A-FC3473AA24F0}" type="parTrans" cxnId="{6D9A93FD-7870-408B-BB01-9BAB2C2BA00A}">
      <dgm:prSet/>
      <dgm:spPr/>
      <dgm:t>
        <a:bodyPr/>
        <a:lstStyle/>
        <a:p>
          <a:endParaRPr lang="fr-FR"/>
        </a:p>
      </dgm:t>
    </dgm:pt>
    <dgm:pt modelId="{47446131-A7D1-4062-8ED8-B3A73A41A166}" type="sibTrans" cxnId="{6D9A93FD-7870-408B-BB01-9BAB2C2BA00A}">
      <dgm:prSet/>
      <dgm:spPr/>
      <dgm:t>
        <a:bodyPr/>
        <a:lstStyle/>
        <a:p>
          <a:endParaRPr lang="fr-FR"/>
        </a:p>
      </dgm:t>
    </dgm:pt>
    <dgm:pt modelId="{7F7776A6-B22C-47B5-9831-D7E8747ED881}">
      <dgm:prSet phldrT="[Texte]" phldr="0"/>
      <dgm:spPr/>
      <dgm:t>
        <a:bodyPr/>
        <a:lstStyle/>
        <a:p>
          <a:r>
            <a:rPr lang="fr-FR" dirty="0"/>
            <a:t>1h30 – TP</a:t>
          </a:r>
        </a:p>
        <a:p>
          <a:r>
            <a:rPr lang="fr-FR" dirty="0" err="1"/>
            <a:t>LEDs</a:t>
          </a:r>
          <a:endParaRPr lang="fr-FR" dirty="0"/>
        </a:p>
      </dgm:t>
    </dgm:pt>
    <dgm:pt modelId="{4166182E-94BC-453E-9719-4F94542682EF}" type="parTrans" cxnId="{FBFBFDF4-CED7-4EF5-B1F2-59033E03351E}">
      <dgm:prSet/>
      <dgm:spPr/>
      <dgm:t>
        <a:bodyPr/>
        <a:lstStyle/>
        <a:p>
          <a:endParaRPr lang="fr-FR"/>
        </a:p>
      </dgm:t>
    </dgm:pt>
    <dgm:pt modelId="{868BFBC7-D93E-4C44-A528-BE60E83C4244}" type="sibTrans" cxnId="{FBFBFDF4-CED7-4EF5-B1F2-59033E03351E}">
      <dgm:prSet/>
      <dgm:spPr/>
      <dgm:t>
        <a:bodyPr/>
        <a:lstStyle/>
        <a:p>
          <a:endParaRPr lang="fr-FR"/>
        </a:p>
      </dgm:t>
    </dgm:pt>
    <dgm:pt modelId="{478EA27A-3EAD-46FB-B912-3651DD8FB675}">
      <dgm:prSet/>
      <dgm:spPr/>
      <dgm:t>
        <a:bodyPr/>
        <a:lstStyle/>
        <a:p>
          <a:r>
            <a:rPr lang="fr-FR" dirty="0"/>
            <a:t>Semaine 4</a:t>
          </a:r>
        </a:p>
      </dgm:t>
    </dgm:pt>
    <dgm:pt modelId="{1D1A0C0E-EC35-432F-9B71-CA4C4AD67895}" type="parTrans" cxnId="{2DD3F229-69EA-49CA-A550-7E43722D6D34}">
      <dgm:prSet/>
      <dgm:spPr/>
      <dgm:t>
        <a:bodyPr/>
        <a:lstStyle/>
        <a:p>
          <a:endParaRPr lang="fr-FR"/>
        </a:p>
      </dgm:t>
    </dgm:pt>
    <dgm:pt modelId="{51DE7675-E73E-4C0A-A050-13FC8B0998EB}" type="sibTrans" cxnId="{2DD3F229-69EA-49CA-A550-7E43722D6D34}">
      <dgm:prSet/>
      <dgm:spPr/>
      <dgm:t>
        <a:bodyPr/>
        <a:lstStyle/>
        <a:p>
          <a:endParaRPr lang="fr-FR"/>
        </a:p>
      </dgm:t>
    </dgm:pt>
    <dgm:pt modelId="{A76F2C72-1F57-4E50-BEFB-3A09D8528CB2}">
      <dgm:prSet/>
      <dgm:spPr/>
      <dgm:t>
        <a:bodyPr/>
        <a:lstStyle/>
        <a:p>
          <a:r>
            <a:rPr lang="fr-FR" dirty="0"/>
            <a:t>Soutenance</a:t>
          </a:r>
        </a:p>
      </dgm:t>
    </dgm:pt>
    <dgm:pt modelId="{5BD2B3F5-6764-4D9A-91C8-FE77A8CEF9EC}" type="parTrans" cxnId="{74E29F2E-629F-477E-8A5B-9341E2631507}">
      <dgm:prSet/>
      <dgm:spPr/>
      <dgm:t>
        <a:bodyPr/>
        <a:lstStyle/>
        <a:p>
          <a:endParaRPr lang="fr-FR"/>
        </a:p>
      </dgm:t>
    </dgm:pt>
    <dgm:pt modelId="{51D0B126-BBCC-4835-90D5-884F7C022DB1}" type="sibTrans" cxnId="{74E29F2E-629F-477E-8A5B-9341E2631507}">
      <dgm:prSet/>
      <dgm:spPr/>
      <dgm:t>
        <a:bodyPr/>
        <a:lstStyle/>
        <a:p>
          <a:endParaRPr lang="fr-FR"/>
        </a:p>
      </dgm:t>
    </dgm:pt>
    <dgm:pt modelId="{3B78721F-81EF-4F51-9E70-6192360E9C88}">
      <dgm:prSet/>
      <dgm:spPr/>
      <dgm:t>
        <a:bodyPr/>
        <a:lstStyle/>
        <a:p>
          <a:r>
            <a:rPr lang="fr-FR" dirty="0"/>
            <a:t>2h - TP</a:t>
          </a:r>
        </a:p>
      </dgm:t>
    </dgm:pt>
    <dgm:pt modelId="{D36F10C3-AC16-440E-9D81-05A476B8E49D}" type="parTrans" cxnId="{E82AEBDA-5FF2-4F64-8CAB-F9615E9E35E8}">
      <dgm:prSet/>
      <dgm:spPr/>
      <dgm:t>
        <a:bodyPr/>
        <a:lstStyle/>
        <a:p>
          <a:endParaRPr lang="fr-FR"/>
        </a:p>
      </dgm:t>
    </dgm:pt>
    <dgm:pt modelId="{AF3C0DB7-1A2A-4843-872C-BF76611A5CF5}" type="sibTrans" cxnId="{E82AEBDA-5FF2-4F64-8CAB-F9615E9E35E8}">
      <dgm:prSet/>
      <dgm:spPr/>
      <dgm:t>
        <a:bodyPr/>
        <a:lstStyle/>
        <a:p>
          <a:endParaRPr lang="fr-FR"/>
        </a:p>
      </dgm:t>
    </dgm:pt>
    <dgm:pt modelId="{ADCE2F38-45D7-456D-8EDF-A608E50A49A0}">
      <dgm:prSet/>
      <dgm:spPr/>
      <dgm:t>
        <a:bodyPr/>
        <a:lstStyle/>
        <a:p>
          <a:r>
            <a:rPr lang="fr-FR" dirty="0"/>
            <a:t>2h - </a:t>
          </a:r>
          <a:r>
            <a:rPr lang="fr-FR" dirty="0" err="1"/>
            <a:t>Salopeir</a:t>
          </a:r>
          <a:endParaRPr lang="fr-FR" dirty="0"/>
        </a:p>
      </dgm:t>
    </dgm:pt>
    <dgm:pt modelId="{E3F4E0E3-7387-4AC0-B5FE-0CA296144F69}" type="parTrans" cxnId="{680D152F-266D-481E-BED7-1AC6E129A21C}">
      <dgm:prSet/>
      <dgm:spPr/>
      <dgm:t>
        <a:bodyPr/>
        <a:lstStyle/>
        <a:p>
          <a:endParaRPr lang="fr-FR"/>
        </a:p>
      </dgm:t>
    </dgm:pt>
    <dgm:pt modelId="{CA0860E6-3B10-48DA-A183-94852A54B9BD}" type="sibTrans" cxnId="{680D152F-266D-481E-BED7-1AC6E129A21C}">
      <dgm:prSet/>
      <dgm:spPr/>
      <dgm:t>
        <a:bodyPr/>
        <a:lstStyle/>
        <a:p>
          <a:endParaRPr lang="fr-FR"/>
        </a:p>
      </dgm:t>
    </dgm:pt>
    <dgm:pt modelId="{DFB07BB9-CB2B-4461-A790-831C83ED352F}">
      <dgm:prSet/>
      <dgm:spPr/>
      <dgm:t>
        <a:bodyPr/>
        <a:lstStyle/>
        <a:p>
          <a:r>
            <a:rPr lang="fr-FR" dirty="0"/>
            <a:t>2h – CM</a:t>
          </a:r>
        </a:p>
        <a:p>
          <a:r>
            <a:rPr lang="fr-FR" dirty="0"/>
            <a:t>Entrée/Sortie</a:t>
          </a:r>
        </a:p>
        <a:p>
          <a:r>
            <a:rPr lang="fr-FR" dirty="0"/>
            <a:t>GPIO</a:t>
          </a:r>
        </a:p>
      </dgm:t>
    </dgm:pt>
    <dgm:pt modelId="{34B5C941-C109-4FE4-997B-FF40ED9BE767}" type="parTrans" cxnId="{47E3FC18-1B9F-4480-B8EE-097A4FDEB7D8}">
      <dgm:prSet/>
      <dgm:spPr/>
      <dgm:t>
        <a:bodyPr/>
        <a:lstStyle/>
        <a:p>
          <a:endParaRPr lang="fr-FR"/>
        </a:p>
      </dgm:t>
    </dgm:pt>
    <dgm:pt modelId="{26DEB2D8-9704-4700-823D-39E0B18664D4}" type="sibTrans" cxnId="{47E3FC18-1B9F-4480-B8EE-097A4FDEB7D8}">
      <dgm:prSet/>
      <dgm:spPr/>
      <dgm:t>
        <a:bodyPr/>
        <a:lstStyle/>
        <a:p>
          <a:endParaRPr lang="fr-FR"/>
        </a:p>
      </dgm:t>
    </dgm:pt>
    <dgm:pt modelId="{BAA66880-6DE5-44C6-BAE5-5BF3499E051E}">
      <dgm:prSet/>
      <dgm:spPr/>
      <dgm:t>
        <a:bodyPr/>
        <a:lstStyle/>
        <a:p>
          <a:r>
            <a:rPr lang="fr-FR" dirty="0"/>
            <a:t>1h30 - TP</a:t>
          </a:r>
        </a:p>
      </dgm:t>
    </dgm:pt>
    <dgm:pt modelId="{4FA36AE9-C9E2-4602-A62E-564BD86FB906}" type="parTrans" cxnId="{75EDC96A-46CB-4A65-88AD-57A53C8D1559}">
      <dgm:prSet/>
      <dgm:spPr/>
      <dgm:t>
        <a:bodyPr/>
        <a:lstStyle/>
        <a:p>
          <a:endParaRPr lang="fr-FR"/>
        </a:p>
      </dgm:t>
    </dgm:pt>
    <dgm:pt modelId="{2723DBC2-7418-4CC9-B965-96D5CC96CFE2}" type="sibTrans" cxnId="{75EDC96A-46CB-4A65-88AD-57A53C8D1559}">
      <dgm:prSet/>
      <dgm:spPr/>
      <dgm:t>
        <a:bodyPr/>
        <a:lstStyle/>
        <a:p>
          <a:endParaRPr lang="fr-FR"/>
        </a:p>
      </dgm:t>
    </dgm:pt>
    <dgm:pt modelId="{81EBEAA7-CB53-4DF3-A25A-EBE70E47E8B5}">
      <dgm:prSet phldrT="[Texte]" phldr="0"/>
      <dgm:spPr/>
      <dgm:t>
        <a:bodyPr/>
        <a:lstStyle/>
        <a:p>
          <a:r>
            <a:rPr lang="fr-FR" dirty="0"/>
            <a:t>1h – TD</a:t>
          </a:r>
        </a:p>
        <a:p>
          <a:r>
            <a:rPr lang="fr-FR" dirty="0"/>
            <a:t>Notion d’ALU</a:t>
          </a:r>
        </a:p>
        <a:p>
          <a:r>
            <a:rPr lang="fr-FR" dirty="0"/>
            <a:t>Fonctions logiques</a:t>
          </a:r>
        </a:p>
      </dgm:t>
    </dgm:pt>
    <dgm:pt modelId="{27F150F8-54D4-4A44-8D27-D858CFC1B0F5}" type="parTrans" cxnId="{9FDDEB47-90E8-4421-BEF4-997C0945CCE7}">
      <dgm:prSet/>
      <dgm:spPr/>
      <dgm:t>
        <a:bodyPr/>
        <a:lstStyle/>
        <a:p>
          <a:endParaRPr lang="fr-FR"/>
        </a:p>
      </dgm:t>
    </dgm:pt>
    <dgm:pt modelId="{A75D4CDA-642D-43EC-8A04-3C62E8E8D1AE}" type="sibTrans" cxnId="{9FDDEB47-90E8-4421-BEF4-997C0945CCE7}">
      <dgm:prSet/>
      <dgm:spPr/>
      <dgm:t>
        <a:bodyPr/>
        <a:lstStyle/>
        <a:p>
          <a:endParaRPr lang="fr-FR"/>
        </a:p>
      </dgm:t>
    </dgm:pt>
    <dgm:pt modelId="{16116A1E-E0AD-44E6-97CD-043972074220}">
      <dgm:prSet/>
      <dgm:spPr/>
      <dgm:t>
        <a:bodyPr/>
        <a:lstStyle/>
        <a:p>
          <a:r>
            <a:rPr lang="fr-FR" dirty="0"/>
            <a:t>4h - TP</a:t>
          </a:r>
        </a:p>
      </dgm:t>
    </dgm:pt>
    <dgm:pt modelId="{F5027948-B0D4-40BC-855D-E49A8315ABC3}" type="parTrans" cxnId="{62F32B61-5DC2-4518-8CEA-1B136FEDEB76}">
      <dgm:prSet/>
      <dgm:spPr/>
      <dgm:t>
        <a:bodyPr/>
        <a:lstStyle/>
        <a:p>
          <a:endParaRPr lang="fr-FR"/>
        </a:p>
      </dgm:t>
    </dgm:pt>
    <dgm:pt modelId="{C675E6DD-4366-4DBA-96B3-4B0E5F95CEB6}" type="sibTrans" cxnId="{62F32B61-5DC2-4518-8CEA-1B136FEDEB76}">
      <dgm:prSet/>
      <dgm:spPr/>
      <dgm:t>
        <a:bodyPr/>
        <a:lstStyle/>
        <a:p>
          <a:endParaRPr lang="fr-FR"/>
        </a:p>
      </dgm:t>
    </dgm:pt>
    <dgm:pt modelId="{5A3D0F38-6884-4D44-9886-12E25B1F10D5}" type="pres">
      <dgm:prSet presAssocID="{3B8CFD7C-DCC8-4853-817B-E0D6FD063734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84A39919-B256-41C9-866D-D108A9B5FD5D}" type="pres">
      <dgm:prSet presAssocID="{1428B444-6C29-4023-B2EB-DC35BD9E88EA}" presName="horFlow" presStyleCnt="0"/>
      <dgm:spPr/>
    </dgm:pt>
    <dgm:pt modelId="{F51C84D9-4759-4F5B-9359-E339922EB5F0}" type="pres">
      <dgm:prSet presAssocID="{1428B444-6C29-4023-B2EB-DC35BD9E88EA}" presName="bigChev" presStyleLbl="node1" presStyleIdx="0" presStyleCnt="4"/>
      <dgm:spPr/>
    </dgm:pt>
    <dgm:pt modelId="{8B62AE5E-9984-4D2C-9FE3-5DEEEF1E49DD}" type="pres">
      <dgm:prSet presAssocID="{1AF51A4F-28A8-4255-BE3C-19488C130AD8}" presName="parTrans" presStyleCnt="0"/>
      <dgm:spPr/>
    </dgm:pt>
    <dgm:pt modelId="{B7A582EF-4211-47A2-91A5-9D7A3979D17C}" type="pres">
      <dgm:prSet presAssocID="{0E444272-3C63-477F-9C47-A41036231C83}" presName="node" presStyleLbl="alignAccFollowNode1" presStyleIdx="0" presStyleCnt="13">
        <dgm:presLayoutVars>
          <dgm:bulletEnabled val="1"/>
        </dgm:presLayoutVars>
      </dgm:prSet>
      <dgm:spPr/>
    </dgm:pt>
    <dgm:pt modelId="{DA81F569-DAC5-45AB-B673-494CCC7AB961}" type="pres">
      <dgm:prSet presAssocID="{93548EBF-6F93-4F08-A521-18729271D11F}" presName="sibTrans" presStyleCnt="0"/>
      <dgm:spPr/>
    </dgm:pt>
    <dgm:pt modelId="{9B6A9B7A-2D9D-4105-A31D-6003C2F9A148}" type="pres">
      <dgm:prSet presAssocID="{0E9AF598-822A-480E-9DB2-60A7AA3EB796}" presName="node" presStyleLbl="alignAccFollowNode1" presStyleIdx="1" presStyleCnt="13">
        <dgm:presLayoutVars>
          <dgm:bulletEnabled val="1"/>
        </dgm:presLayoutVars>
      </dgm:prSet>
      <dgm:spPr/>
    </dgm:pt>
    <dgm:pt modelId="{83821DC2-A6AB-494E-8098-20B7776946F9}" type="pres">
      <dgm:prSet presAssocID="{E8F1C333-4209-40F9-AA6C-FE5E1156D851}" presName="sibTrans" presStyleCnt="0"/>
      <dgm:spPr/>
    </dgm:pt>
    <dgm:pt modelId="{0D309C3C-E240-4437-A48E-C896D95A414C}" type="pres">
      <dgm:prSet presAssocID="{3B78721F-81EF-4F51-9E70-6192360E9C88}" presName="node" presStyleLbl="alignAccFollowNode1" presStyleIdx="2" presStyleCnt="13">
        <dgm:presLayoutVars>
          <dgm:bulletEnabled val="1"/>
        </dgm:presLayoutVars>
      </dgm:prSet>
      <dgm:spPr/>
    </dgm:pt>
    <dgm:pt modelId="{866402AD-E35A-44E2-B26C-DAE2A8E63132}" type="pres">
      <dgm:prSet presAssocID="{AF3C0DB7-1A2A-4843-872C-BF76611A5CF5}" presName="sibTrans" presStyleCnt="0"/>
      <dgm:spPr/>
    </dgm:pt>
    <dgm:pt modelId="{63EFE76F-75C6-495A-BEFE-B23412D52762}" type="pres">
      <dgm:prSet presAssocID="{16116A1E-E0AD-44E6-97CD-043972074220}" presName="node" presStyleLbl="alignAccFollowNode1" presStyleIdx="3" presStyleCnt="13">
        <dgm:presLayoutVars>
          <dgm:bulletEnabled val="1"/>
        </dgm:presLayoutVars>
      </dgm:prSet>
      <dgm:spPr/>
    </dgm:pt>
    <dgm:pt modelId="{CC6EBC25-521D-4461-8A1B-6C7C207884BC}" type="pres">
      <dgm:prSet presAssocID="{1428B444-6C29-4023-B2EB-DC35BD9E88EA}" presName="vSp" presStyleCnt="0"/>
      <dgm:spPr/>
    </dgm:pt>
    <dgm:pt modelId="{DF497DA9-9AD0-4EC1-A31B-2C4DFD86C8C9}" type="pres">
      <dgm:prSet presAssocID="{95E5BF0B-4125-4119-84A6-AA1AEE190608}" presName="horFlow" presStyleCnt="0"/>
      <dgm:spPr/>
    </dgm:pt>
    <dgm:pt modelId="{32301DDB-05B2-479B-8CD8-B035AEB45018}" type="pres">
      <dgm:prSet presAssocID="{95E5BF0B-4125-4119-84A6-AA1AEE190608}" presName="bigChev" presStyleLbl="node1" presStyleIdx="1" presStyleCnt="4"/>
      <dgm:spPr/>
    </dgm:pt>
    <dgm:pt modelId="{9C33FE0A-4647-4426-A95E-A685209B967A}" type="pres">
      <dgm:prSet presAssocID="{1687BC27-7F6C-460C-9F6C-FCADA57B45F9}" presName="parTrans" presStyleCnt="0"/>
      <dgm:spPr/>
    </dgm:pt>
    <dgm:pt modelId="{C0725B73-AA68-4997-B24A-58700B1975ED}" type="pres">
      <dgm:prSet presAssocID="{118C8218-47B3-425D-BBDE-F642DACBC0B9}" presName="node" presStyleLbl="alignAccFollowNode1" presStyleIdx="4" presStyleCnt="13">
        <dgm:presLayoutVars>
          <dgm:bulletEnabled val="1"/>
        </dgm:presLayoutVars>
      </dgm:prSet>
      <dgm:spPr/>
    </dgm:pt>
    <dgm:pt modelId="{81FB1F54-2071-4DF3-B70F-D4353710E87C}" type="pres">
      <dgm:prSet presAssocID="{8D040E17-2679-42D2-879F-51D385D45CDF}" presName="sibTrans" presStyleCnt="0"/>
      <dgm:spPr/>
    </dgm:pt>
    <dgm:pt modelId="{6C0AD1B2-BF39-41DB-9FCB-C726F0B0A11C}" type="pres">
      <dgm:prSet presAssocID="{70C35D1A-219A-4584-9912-8F96E7FD6534}" presName="node" presStyleLbl="alignAccFollowNode1" presStyleIdx="5" presStyleCnt="13">
        <dgm:presLayoutVars>
          <dgm:bulletEnabled val="1"/>
        </dgm:presLayoutVars>
      </dgm:prSet>
      <dgm:spPr/>
    </dgm:pt>
    <dgm:pt modelId="{C4D80E08-2304-4C15-B6D7-8CD86EF69E38}" type="pres">
      <dgm:prSet presAssocID="{4F1909A3-5CC5-42C5-A4C7-E9617F6C5DF2}" presName="sibTrans" presStyleCnt="0"/>
      <dgm:spPr/>
    </dgm:pt>
    <dgm:pt modelId="{FDD2D33E-BAA9-4ACA-B13B-C77E16D184C6}" type="pres">
      <dgm:prSet presAssocID="{ADCE2F38-45D7-456D-8EDF-A608E50A49A0}" presName="node" presStyleLbl="alignAccFollowNode1" presStyleIdx="6" presStyleCnt="13">
        <dgm:presLayoutVars>
          <dgm:bulletEnabled val="1"/>
        </dgm:presLayoutVars>
      </dgm:prSet>
      <dgm:spPr/>
    </dgm:pt>
    <dgm:pt modelId="{BF6F469A-BDFB-4B96-AEEB-B2A933053A91}" type="pres">
      <dgm:prSet presAssocID="{95E5BF0B-4125-4119-84A6-AA1AEE190608}" presName="vSp" presStyleCnt="0"/>
      <dgm:spPr/>
    </dgm:pt>
    <dgm:pt modelId="{B3693F91-72D6-44AE-818B-304BBE8BCFD3}" type="pres">
      <dgm:prSet presAssocID="{3EA7A69B-3480-410C-922C-57E96C03AEDD}" presName="horFlow" presStyleCnt="0"/>
      <dgm:spPr/>
    </dgm:pt>
    <dgm:pt modelId="{6E00654F-BA06-4B66-95A7-CAF0AFBA8E44}" type="pres">
      <dgm:prSet presAssocID="{3EA7A69B-3480-410C-922C-57E96C03AEDD}" presName="bigChev" presStyleLbl="node1" presStyleIdx="2" presStyleCnt="4"/>
      <dgm:spPr/>
    </dgm:pt>
    <dgm:pt modelId="{4787700D-3A73-4454-9565-8EC7DB523E88}" type="pres">
      <dgm:prSet presAssocID="{BC8AB084-D176-44D7-9C9A-FC3473AA24F0}" presName="parTrans" presStyleCnt="0"/>
      <dgm:spPr/>
    </dgm:pt>
    <dgm:pt modelId="{5AAC5330-0D65-4E53-B8DA-86378CD4CE76}" type="pres">
      <dgm:prSet presAssocID="{9F44E5DD-68E0-40D6-A90B-8B4576C55B82}" presName="node" presStyleLbl="alignAccFollowNode1" presStyleIdx="7" presStyleCnt="13">
        <dgm:presLayoutVars>
          <dgm:bulletEnabled val="1"/>
        </dgm:presLayoutVars>
      </dgm:prSet>
      <dgm:spPr/>
    </dgm:pt>
    <dgm:pt modelId="{D05E77FC-2B00-48A0-9FC8-319EF40B8D74}" type="pres">
      <dgm:prSet presAssocID="{47446131-A7D1-4062-8ED8-B3A73A41A166}" presName="sibTrans" presStyleCnt="0"/>
      <dgm:spPr/>
    </dgm:pt>
    <dgm:pt modelId="{6C71E289-33D5-4D78-9D9A-659200006B91}" type="pres">
      <dgm:prSet presAssocID="{81EBEAA7-CB53-4DF3-A25A-EBE70E47E8B5}" presName="node" presStyleLbl="alignAccFollowNode1" presStyleIdx="8" presStyleCnt="13">
        <dgm:presLayoutVars>
          <dgm:bulletEnabled val="1"/>
        </dgm:presLayoutVars>
      </dgm:prSet>
      <dgm:spPr/>
    </dgm:pt>
    <dgm:pt modelId="{F35843E1-A9FF-4FBF-B786-9F8785C27900}" type="pres">
      <dgm:prSet presAssocID="{A75D4CDA-642D-43EC-8A04-3C62E8E8D1AE}" presName="sibTrans" presStyleCnt="0"/>
      <dgm:spPr/>
    </dgm:pt>
    <dgm:pt modelId="{EED72392-32DA-41A4-B324-1D658877A145}" type="pres">
      <dgm:prSet presAssocID="{7F7776A6-B22C-47B5-9831-D7E8747ED881}" presName="node" presStyleLbl="alignAccFollowNode1" presStyleIdx="9" presStyleCnt="13">
        <dgm:presLayoutVars>
          <dgm:bulletEnabled val="1"/>
        </dgm:presLayoutVars>
      </dgm:prSet>
      <dgm:spPr/>
    </dgm:pt>
    <dgm:pt modelId="{5C0E2E2A-A97B-4C8D-B436-A21D540047C4}" type="pres">
      <dgm:prSet presAssocID="{868BFBC7-D93E-4C44-A528-BE60E83C4244}" presName="sibTrans" presStyleCnt="0"/>
      <dgm:spPr/>
    </dgm:pt>
    <dgm:pt modelId="{E719EBCB-29E1-4476-93D2-81F844187A1C}" type="pres">
      <dgm:prSet presAssocID="{DFB07BB9-CB2B-4461-A790-831C83ED352F}" presName="node" presStyleLbl="alignAccFollowNode1" presStyleIdx="10" presStyleCnt="13">
        <dgm:presLayoutVars>
          <dgm:bulletEnabled val="1"/>
        </dgm:presLayoutVars>
      </dgm:prSet>
      <dgm:spPr/>
    </dgm:pt>
    <dgm:pt modelId="{234EE7D5-A6DB-4993-A629-D2A4587CB75C}" type="pres">
      <dgm:prSet presAssocID="{26DEB2D8-9704-4700-823D-39E0B18664D4}" presName="sibTrans" presStyleCnt="0"/>
      <dgm:spPr/>
    </dgm:pt>
    <dgm:pt modelId="{C2F86A45-031F-4237-B24B-E5CEF3AF8D2C}" type="pres">
      <dgm:prSet presAssocID="{BAA66880-6DE5-44C6-BAE5-5BF3499E051E}" presName="node" presStyleLbl="alignAccFollowNode1" presStyleIdx="11" presStyleCnt="13">
        <dgm:presLayoutVars>
          <dgm:bulletEnabled val="1"/>
        </dgm:presLayoutVars>
      </dgm:prSet>
      <dgm:spPr/>
    </dgm:pt>
    <dgm:pt modelId="{EB3E08B8-5F04-45D4-B35E-3959CC305326}" type="pres">
      <dgm:prSet presAssocID="{3EA7A69B-3480-410C-922C-57E96C03AEDD}" presName="vSp" presStyleCnt="0"/>
      <dgm:spPr/>
    </dgm:pt>
    <dgm:pt modelId="{962B50F3-9D0B-4847-A5FD-ED94EA60CB53}" type="pres">
      <dgm:prSet presAssocID="{478EA27A-3EAD-46FB-B912-3651DD8FB675}" presName="horFlow" presStyleCnt="0"/>
      <dgm:spPr/>
    </dgm:pt>
    <dgm:pt modelId="{ADA99D21-85B7-4B4F-845E-B2F3EF016769}" type="pres">
      <dgm:prSet presAssocID="{478EA27A-3EAD-46FB-B912-3651DD8FB675}" presName="bigChev" presStyleLbl="node1" presStyleIdx="3" presStyleCnt="4"/>
      <dgm:spPr/>
    </dgm:pt>
    <dgm:pt modelId="{728D778B-4AEC-4A5E-AE8C-5869618CD6EC}" type="pres">
      <dgm:prSet presAssocID="{5BD2B3F5-6764-4D9A-91C8-FE77A8CEF9EC}" presName="parTrans" presStyleCnt="0"/>
      <dgm:spPr/>
    </dgm:pt>
    <dgm:pt modelId="{53C007ED-FF8A-4598-B042-37BF9BE2064A}" type="pres">
      <dgm:prSet presAssocID="{A76F2C72-1F57-4E50-BEFB-3A09D8528CB2}" presName="node" presStyleLbl="alignAccFollowNode1" presStyleIdx="12" presStyleCnt="13">
        <dgm:presLayoutVars>
          <dgm:bulletEnabled val="1"/>
        </dgm:presLayoutVars>
      </dgm:prSet>
      <dgm:spPr/>
    </dgm:pt>
  </dgm:ptLst>
  <dgm:cxnLst>
    <dgm:cxn modelId="{64A6F303-0023-4420-843B-0FDBE466E4F1}" srcId="{95E5BF0B-4125-4119-84A6-AA1AEE190608}" destId="{70C35D1A-219A-4584-9912-8F96E7FD6534}" srcOrd="1" destOrd="0" parTransId="{D5F31328-9199-4987-A7B1-554EBF50360F}" sibTransId="{4F1909A3-5CC5-42C5-A4C7-E9617F6C5DF2}"/>
    <dgm:cxn modelId="{778A1E0B-288E-4616-BF85-B4BFF843A3FE}" type="presOf" srcId="{95E5BF0B-4125-4119-84A6-AA1AEE190608}" destId="{32301DDB-05B2-479B-8CD8-B035AEB45018}" srcOrd="0" destOrd="0" presId="urn:microsoft.com/office/officeart/2005/8/layout/lProcess3"/>
    <dgm:cxn modelId="{47E3FC18-1B9F-4480-B8EE-097A4FDEB7D8}" srcId="{3EA7A69B-3480-410C-922C-57E96C03AEDD}" destId="{DFB07BB9-CB2B-4461-A790-831C83ED352F}" srcOrd="3" destOrd="0" parTransId="{34B5C941-C109-4FE4-997B-FF40ED9BE767}" sibTransId="{26DEB2D8-9704-4700-823D-39E0B18664D4}"/>
    <dgm:cxn modelId="{2E2A931E-A44A-47F6-85E8-D719437980C4}" type="presOf" srcId="{1428B444-6C29-4023-B2EB-DC35BD9E88EA}" destId="{F51C84D9-4759-4F5B-9359-E339922EB5F0}" srcOrd="0" destOrd="0" presId="urn:microsoft.com/office/officeart/2005/8/layout/lProcess3"/>
    <dgm:cxn modelId="{AFE32520-DA17-4192-ACA6-2259C6D76FF6}" type="presOf" srcId="{DFB07BB9-CB2B-4461-A790-831C83ED352F}" destId="{E719EBCB-29E1-4476-93D2-81F844187A1C}" srcOrd="0" destOrd="0" presId="urn:microsoft.com/office/officeart/2005/8/layout/lProcess3"/>
    <dgm:cxn modelId="{B5146427-0A7F-486B-A78A-D24F0B8F2E32}" srcId="{1428B444-6C29-4023-B2EB-DC35BD9E88EA}" destId="{0E444272-3C63-477F-9C47-A41036231C83}" srcOrd="0" destOrd="0" parTransId="{1AF51A4F-28A8-4255-BE3C-19488C130AD8}" sibTransId="{93548EBF-6F93-4F08-A521-18729271D11F}"/>
    <dgm:cxn modelId="{C23B0D28-BB78-42CC-A998-5CDB3BC842C2}" type="presOf" srcId="{118C8218-47B3-425D-BBDE-F642DACBC0B9}" destId="{C0725B73-AA68-4997-B24A-58700B1975ED}" srcOrd="0" destOrd="0" presId="urn:microsoft.com/office/officeart/2005/8/layout/lProcess3"/>
    <dgm:cxn modelId="{2DD3F229-69EA-49CA-A550-7E43722D6D34}" srcId="{3B8CFD7C-DCC8-4853-817B-E0D6FD063734}" destId="{478EA27A-3EAD-46FB-B912-3651DD8FB675}" srcOrd="3" destOrd="0" parTransId="{1D1A0C0E-EC35-432F-9B71-CA4C4AD67895}" sibTransId="{51DE7675-E73E-4C0A-A050-13FC8B0998EB}"/>
    <dgm:cxn modelId="{B5FAD12A-5860-4DFB-87A1-EAD996A5A3FE}" type="presOf" srcId="{3B8CFD7C-DCC8-4853-817B-E0D6FD063734}" destId="{5A3D0F38-6884-4D44-9886-12E25B1F10D5}" srcOrd="0" destOrd="0" presId="urn:microsoft.com/office/officeart/2005/8/layout/lProcess3"/>
    <dgm:cxn modelId="{74E29F2E-629F-477E-8A5B-9341E2631507}" srcId="{478EA27A-3EAD-46FB-B912-3651DD8FB675}" destId="{A76F2C72-1F57-4E50-BEFB-3A09D8528CB2}" srcOrd="0" destOrd="0" parTransId="{5BD2B3F5-6764-4D9A-91C8-FE77A8CEF9EC}" sibTransId="{51D0B126-BBCC-4835-90D5-884F7C022DB1}"/>
    <dgm:cxn modelId="{33DCCE2E-1185-4997-840B-57795724D3AF}" type="presOf" srcId="{3B78721F-81EF-4F51-9E70-6192360E9C88}" destId="{0D309C3C-E240-4437-A48E-C896D95A414C}" srcOrd="0" destOrd="0" presId="urn:microsoft.com/office/officeart/2005/8/layout/lProcess3"/>
    <dgm:cxn modelId="{680D152F-266D-481E-BED7-1AC6E129A21C}" srcId="{95E5BF0B-4125-4119-84A6-AA1AEE190608}" destId="{ADCE2F38-45D7-456D-8EDF-A608E50A49A0}" srcOrd="2" destOrd="0" parTransId="{E3F4E0E3-7387-4AC0-B5FE-0CA296144F69}" sibTransId="{CA0860E6-3B10-48DA-A183-94852A54B9BD}"/>
    <dgm:cxn modelId="{E2E6583D-1EC9-410F-8AFB-987FBDE7490B}" type="presOf" srcId="{478EA27A-3EAD-46FB-B912-3651DD8FB675}" destId="{ADA99D21-85B7-4B4F-845E-B2F3EF016769}" srcOrd="0" destOrd="0" presId="urn:microsoft.com/office/officeart/2005/8/layout/lProcess3"/>
    <dgm:cxn modelId="{637EC25E-32A6-4663-9C76-9FC402768B04}" type="presOf" srcId="{ADCE2F38-45D7-456D-8EDF-A608E50A49A0}" destId="{FDD2D33E-BAA9-4ACA-B13B-C77E16D184C6}" srcOrd="0" destOrd="0" presId="urn:microsoft.com/office/officeart/2005/8/layout/lProcess3"/>
    <dgm:cxn modelId="{62F32B61-5DC2-4518-8CEA-1B136FEDEB76}" srcId="{1428B444-6C29-4023-B2EB-DC35BD9E88EA}" destId="{16116A1E-E0AD-44E6-97CD-043972074220}" srcOrd="3" destOrd="0" parTransId="{F5027948-B0D4-40BC-855D-E49A8315ABC3}" sibTransId="{C675E6DD-4366-4DBA-96B3-4B0E5F95CEB6}"/>
    <dgm:cxn modelId="{7C09F141-5DAD-4332-A52D-54D7B0EBB4BB}" type="presOf" srcId="{9F44E5DD-68E0-40D6-A90B-8B4576C55B82}" destId="{5AAC5330-0D65-4E53-B8DA-86378CD4CE76}" srcOrd="0" destOrd="0" presId="urn:microsoft.com/office/officeart/2005/8/layout/lProcess3"/>
    <dgm:cxn modelId="{D5867765-6F2C-4620-8216-E0FF33ED891A}" type="presOf" srcId="{0E9AF598-822A-480E-9DB2-60A7AA3EB796}" destId="{9B6A9B7A-2D9D-4105-A31D-6003C2F9A148}" srcOrd="0" destOrd="0" presId="urn:microsoft.com/office/officeart/2005/8/layout/lProcess3"/>
    <dgm:cxn modelId="{9FDDEB47-90E8-4421-BEF4-997C0945CCE7}" srcId="{3EA7A69B-3480-410C-922C-57E96C03AEDD}" destId="{81EBEAA7-CB53-4DF3-A25A-EBE70E47E8B5}" srcOrd="1" destOrd="0" parTransId="{27F150F8-54D4-4A44-8D27-D858CFC1B0F5}" sibTransId="{A75D4CDA-642D-43EC-8A04-3C62E8E8D1AE}"/>
    <dgm:cxn modelId="{75EDC96A-46CB-4A65-88AD-57A53C8D1559}" srcId="{3EA7A69B-3480-410C-922C-57E96C03AEDD}" destId="{BAA66880-6DE5-44C6-BAE5-5BF3499E051E}" srcOrd="4" destOrd="0" parTransId="{4FA36AE9-C9E2-4602-A62E-564BD86FB906}" sibTransId="{2723DBC2-7418-4CC9-B965-96D5CC96CFE2}"/>
    <dgm:cxn modelId="{C4906E81-9B50-4456-BF54-F0D0D6EB3E06}" type="presOf" srcId="{7F7776A6-B22C-47B5-9831-D7E8747ED881}" destId="{EED72392-32DA-41A4-B324-1D658877A145}" srcOrd="0" destOrd="0" presId="urn:microsoft.com/office/officeart/2005/8/layout/lProcess3"/>
    <dgm:cxn modelId="{5C2B9794-C69A-46D9-8288-4BF1EB8EC4C3}" srcId="{3B8CFD7C-DCC8-4853-817B-E0D6FD063734}" destId="{3EA7A69B-3480-410C-922C-57E96C03AEDD}" srcOrd="2" destOrd="0" parTransId="{796DBC91-E9A5-4BEB-88C4-0A2DC8ECC5E8}" sibTransId="{3FF9312B-9ED3-4321-A274-B2C90291AE66}"/>
    <dgm:cxn modelId="{8FE4D6A5-96BB-4C6C-803E-C7152E69C5B3}" type="presOf" srcId="{16116A1E-E0AD-44E6-97CD-043972074220}" destId="{63EFE76F-75C6-495A-BEFE-B23412D52762}" srcOrd="0" destOrd="0" presId="urn:microsoft.com/office/officeart/2005/8/layout/lProcess3"/>
    <dgm:cxn modelId="{276770A8-5751-443B-B4BE-B76217628854}" type="presOf" srcId="{0E444272-3C63-477F-9C47-A41036231C83}" destId="{B7A582EF-4211-47A2-91A5-9D7A3979D17C}" srcOrd="0" destOrd="0" presId="urn:microsoft.com/office/officeart/2005/8/layout/lProcess3"/>
    <dgm:cxn modelId="{0E929AAA-EEFA-42F1-908F-DBAA86644762}" srcId="{3B8CFD7C-DCC8-4853-817B-E0D6FD063734}" destId="{1428B444-6C29-4023-B2EB-DC35BD9E88EA}" srcOrd="0" destOrd="0" parTransId="{FA4B1207-58EE-42AA-8CDD-CF6D6FB102D6}" sibTransId="{B530583A-EF6F-424D-BE8A-0451E7585402}"/>
    <dgm:cxn modelId="{855B2EAE-9567-4896-8412-D355D80E3AFE}" type="presOf" srcId="{81EBEAA7-CB53-4DF3-A25A-EBE70E47E8B5}" destId="{6C71E289-33D5-4D78-9D9A-659200006B91}" srcOrd="0" destOrd="0" presId="urn:microsoft.com/office/officeart/2005/8/layout/lProcess3"/>
    <dgm:cxn modelId="{765C25B1-87EF-4BD9-9BEF-A29DD1E77200}" type="presOf" srcId="{BAA66880-6DE5-44C6-BAE5-5BF3499E051E}" destId="{C2F86A45-031F-4237-B24B-E5CEF3AF8D2C}" srcOrd="0" destOrd="0" presId="urn:microsoft.com/office/officeart/2005/8/layout/lProcess3"/>
    <dgm:cxn modelId="{A0DA75B9-5F07-4619-A974-934409E12C10}" type="presOf" srcId="{3EA7A69B-3480-410C-922C-57E96C03AEDD}" destId="{6E00654F-BA06-4B66-95A7-CAF0AFBA8E44}" srcOrd="0" destOrd="0" presId="urn:microsoft.com/office/officeart/2005/8/layout/lProcess3"/>
    <dgm:cxn modelId="{1C5E6ABE-793E-4056-8827-FB3D717F466A}" srcId="{3B8CFD7C-DCC8-4853-817B-E0D6FD063734}" destId="{95E5BF0B-4125-4119-84A6-AA1AEE190608}" srcOrd="1" destOrd="0" parTransId="{26030C2E-1D3D-48B6-8203-D973CE80B638}" sibTransId="{E0146706-571A-4442-9FD6-3733A38D5536}"/>
    <dgm:cxn modelId="{087184D1-F1BA-408A-8C93-097A290E6522}" srcId="{95E5BF0B-4125-4119-84A6-AA1AEE190608}" destId="{118C8218-47B3-425D-BBDE-F642DACBC0B9}" srcOrd="0" destOrd="0" parTransId="{1687BC27-7F6C-460C-9F6C-FCADA57B45F9}" sibTransId="{8D040E17-2679-42D2-879F-51D385D45CDF}"/>
    <dgm:cxn modelId="{E82AEBDA-5FF2-4F64-8CAB-F9615E9E35E8}" srcId="{1428B444-6C29-4023-B2EB-DC35BD9E88EA}" destId="{3B78721F-81EF-4F51-9E70-6192360E9C88}" srcOrd="2" destOrd="0" parTransId="{D36F10C3-AC16-440E-9D81-05A476B8E49D}" sibTransId="{AF3C0DB7-1A2A-4843-872C-BF76611A5CF5}"/>
    <dgm:cxn modelId="{277070DD-D318-4B9C-80D0-BE114F8ADD01}" srcId="{1428B444-6C29-4023-B2EB-DC35BD9E88EA}" destId="{0E9AF598-822A-480E-9DB2-60A7AA3EB796}" srcOrd="1" destOrd="0" parTransId="{A0ED786E-5FFA-4801-9491-E1B5E8C235B2}" sibTransId="{E8F1C333-4209-40F9-AA6C-FE5E1156D851}"/>
    <dgm:cxn modelId="{AD2EE0E0-A2A9-4D50-94DB-4A45915E47D4}" type="presOf" srcId="{A76F2C72-1F57-4E50-BEFB-3A09D8528CB2}" destId="{53C007ED-FF8A-4598-B042-37BF9BE2064A}" srcOrd="0" destOrd="0" presId="urn:microsoft.com/office/officeart/2005/8/layout/lProcess3"/>
    <dgm:cxn modelId="{54B1D2E5-25BD-4CD2-8EB8-BAABC15C1DDB}" type="presOf" srcId="{70C35D1A-219A-4584-9912-8F96E7FD6534}" destId="{6C0AD1B2-BF39-41DB-9FCB-C726F0B0A11C}" srcOrd="0" destOrd="0" presId="urn:microsoft.com/office/officeart/2005/8/layout/lProcess3"/>
    <dgm:cxn modelId="{FBFBFDF4-CED7-4EF5-B1F2-59033E03351E}" srcId="{3EA7A69B-3480-410C-922C-57E96C03AEDD}" destId="{7F7776A6-B22C-47B5-9831-D7E8747ED881}" srcOrd="2" destOrd="0" parTransId="{4166182E-94BC-453E-9719-4F94542682EF}" sibTransId="{868BFBC7-D93E-4C44-A528-BE60E83C4244}"/>
    <dgm:cxn modelId="{6D9A93FD-7870-408B-BB01-9BAB2C2BA00A}" srcId="{3EA7A69B-3480-410C-922C-57E96C03AEDD}" destId="{9F44E5DD-68E0-40D6-A90B-8B4576C55B82}" srcOrd="0" destOrd="0" parTransId="{BC8AB084-D176-44D7-9C9A-FC3473AA24F0}" sibTransId="{47446131-A7D1-4062-8ED8-B3A73A41A166}"/>
    <dgm:cxn modelId="{DEE240CC-862F-4BE1-9521-1E2BF01C3C24}" type="presParOf" srcId="{5A3D0F38-6884-4D44-9886-12E25B1F10D5}" destId="{84A39919-B256-41C9-866D-D108A9B5FD5D}" srcOrd="0" destOrd="0" presId="urn:microsoft.com/office/officeart/2005/8/layout/lProcess3"/>
    <dgm:cxn modelId="{A1874F1A-B4E9-46AE-AF6E-E27772C8271B}" type="presParOf" srcId="{84A39919-B256-41C9-866D-D108A9B5FD5D}" destId="{F51C84D9-4759-4F5B-9359-E339922EB5F0}" srcOrd="0" destOrd="0" presId="urn:microsoft.com/office/officeart/2005/8/layout/lProcess3"/>
    <dgm:cxn modelId="{3A7BB17D-52D9-46C0-93D6-54D01E0A8C26}" type="presParOf" srcId="{84A39919-B256-41C9-866D-D108A9B5FD5D}" destId="{8B62AE5E-9984-4D2C-9FE3-5DEEEF1E49DD}" srcOrd="1" destOrd="0" presId="urn:microsoft.com/office/officeart/2005/8/layout/lProcess3"/>
    <dgm:cxn modelId="{284AE8FC-B472-460B-9D59-F4A5F1A8534D}" type="presParOf" srcId="{84A39919-B256-41C9-866D-D108A9B5FD5D}" destId="{B7A582EF-4211-47A2-91A5-9D7A3979D17C}" srcOrd="2" destOrd="0" presId="urn:microsoft.com/office/officeart/2005/8/layout/lProcess3"/>
    <dgm:cxn modelId="{9CA91F59-DBC0-4E37-8E07-F479DDED17FE}" type="presParOf" srcId="{84A39919-B256-41C9-866D-D108A9B5FD5D}" destId="{DA81F569-DAC5-45AB-B673-494CCC7AB961}" srcOrd="3" destOrd="0" presId="urn:microsoft.com/office/officeart/2005/8/layout/lProcess3"/>
    <dgm:cxn modelId="{2577E370-B067-4906-8B8D-916B0BAD02DD}" type="presParOf" srcId="{84A39919-B256-41C9-866D-D108A9B5FD5D}" destId="{9B6A9B7A-2D9D-4105-A31D-6003C2F9A148}" srcOrd="4" destOrd="0" presId="urn:microsoft.com/office/officeart/2005/8/layout/lProcess3"/>
    <dgm:cxn modelId="{D8E92EED-06B7-4B54-8AF9-491653D72711}" type="presParOf" srcId="{84A39919-B256-41C9-866D-D108A9B5FD5D}" destId="{83821DC2-A6AB-494E-8098-20B7776946F9}" srcOrd="5" destOrd="0" presId="urn:microsoft.com/office/officeart/2005/8/layout/lProcess3"/>
    <dgm:cxn modelId="{F7E71F09-08B4-4C79-ABD6-0AFC352FB6A8}" type="presParOf" srcId="{84A39919-B256-41C9-866D-D108A9B5FD5D}" destId="{0D309C3C-E240-4437-A48E-C896D95A414C}" srcOrd="6" destOrd="0" presId="urn:microsoft.com/office/officeart/2005/8/layout/lProcess3"/>
    <dgm:cxn modelId="{FF3AEAED-67A3-4537-AB22-2EC5DA16D51E}" type="presParOf" srcId="{84A39919-B256-41C9-866D-D108A9B5FD5D}" destId="{866402AD-E35A-44E2-B26C-DAE2A8E63132}" srcOrd="7" destOrd="0" presId="urn:microsoft.com/office/officeart/2005/8/layout/lProcess3"/>
    <dgm:cxn modelId="{788D7ACB-A245-4D79-BFAB-1C1AD7279C80}" type="presParOf" srcId="{84A39919-B256-41C9-866D-D108A9B5FD5D}" destId="{63EFE76F-75C6-495A-BEFE-B23412D52762}" srcOrd="8" destOrd="0" presId="urn:microsoft.com/office/officeart/2005/8/layout/lProcess3"/>
    <dgm:cxn modelId="{6ABD246B-9F75-4B89-86D4-4300BD50D1DE}" type="presParOf" srcId="{5A3D0F38-6884-4D44-9886-12E25B1F10D5}" destId="{CC6EBC25-521D-4461-8A1B-6C7C207884BC}" srcOrd="1" destOrd="0" presId="urn:microsoft.com/office/officeart/2005/8/layout/lProcess3"/>
    <dgm:cxn modelId="{69882859-9524-4C25-8963-E2C8DC7E4C99}" type="presParOf" srcId="{5A3D0F38-6884-4D44-9886-12E25B1F10D5}" destId="{DF497DA9-9AD0-4EC1-A31B-2C4DFD86C8C9}" srcOrd="2" destOrd="0" presId="urn:microsoft.com/office/officeart/2005/8/layout/lProcess3"/>
    <dgm:cxn modelId="{198BF5D3-4ABD-41BF-99E4-3F3BE5336178}" type="presParOf" srcId="{DF497DA9-9AD0-4EC1-A31B-2C4DFD86C8C9}" destId="{32301DDB-05B2-479B-8CD8-B035AEB45018}" srcOrd="0" destOrd="0" presId="urn:microsoft.com/office/officeart/2005/8/layout/lProcess3"/>
    <dgm:cxn modelId="{E8C48F64-A1F2-4704-90A7-1AC70CBCF54B}" type="presParOf" srcId="{DF497DA9-9AD0-4EC1-A31B-2C4DFD86C8C9}" destId="{9C33FE0A-4647-4426-A95E-A685209B967A}" srcOrd="1" destOrd="0" presId="urn:microsoft.com/office/officeart/2005/8/layout/lProcess3"/>
    <dgm:cxn modelId="{0EC58E88-EBDA-49E9-BE43-449087BF6451}" type="presParOf" srcId="{DF497DA9-9AD0-4EC1-A31B-2C4DFD86C8C9}" destId="{C0725B73-AA68-4997-B24A-58700B1975ED}" srcOrd="2" destOrd="0" presId="urn:microsoft.com/office/officeart/2005/8/layout/lProcess3"/>
    <dgm:cxn modelId="{2BCECE6E-FABE-4AAE-8A40-2CC552B88CD1}" type="presParOf" srcId="{DF497DA9-9AD0-4EC1-A31B-2C4DFD86C8C9}" destId="{81FB1F54-2071-4DF3-B70F-D4353710E87C}" srcOrd="3" destOrd="0" presId="urn:microsoft.com/office/officeart/2005/8/layout/lProcess3"/>
    <dgm:cxn modelId="{FA873AE4-707F-4FB8-A872-3C6D98942AC4}" type="presParOf" srcId="{DF497DA9-9AD0-4EC1-A31B-2C4DFD86C8C9}" destId="{6C0AD1B2-BF39-41DB-9FCB-C726F0B0A11C}" srcOrd="4" destOrd="0" presId="urn:microsoft.com/office/officeart/2005/8/layout/lProcess3"/>
    <dgm:cxn modelId="{5B3D65EC-599A-4383-9099-A5F46FD6C1A1}" type="presParOf" srcId="{DF497DA9-9AD0-4EC1-A31B-2C4DFD86C8C9}" destId="{C4D80E08-2304-4C15-B6D7-8CD86EF69E38}" srcOrd="5" destOrd="0" presId="urn:microsoft.com/office/officeart/2005/8/layout/lProcess3"/>
    <dgm:cxn modelId="{87A6C1ED-9731-485D-8C57-29616877C565}" type="presParOf" srcId="{DF497DA9-9AD0-4EC1-A31B-2C4DFD86C8C9}" destId="{FDD2D33E-BAA9-4ACA-B13B-C77E16D184C6}" srcOrd="6" destOrd="0" presId="urn:microsoft.com/office/officeart/2005/8/layout/lProcess3"/>
    <dgm:cxn modelId="{C9D70FE0-E3FB-414A-A162-EDF3FD84468D}" type="presParOf" srcId="{5A3D0F38-6884-4D44-9886-12E25B1F10D5}" destId="{BF6F469A-BDFB-4B96-AEEB-B2A933053A91}" srcOrd="3" destOrd="0" presId="urn:microsoft.com/office/officeart/2005/8/layout/lProcess3"/>
    <dgm:cxn modelId="{2FF994DD-040F-4EF5-9CB9-0E4838A910FA}" type="presParOf" srcId="{5A3D0F38-6884-4D44-9886-12E25B1F10D5}" destId="{B3693F91-72D6-44AE-818B-304BBE8BCFD3}" srcOrd="4" destOrd="0" presId="urn:microsoft.com/office/officeart/2005/8/layout/lProcess3"/>
    <dgm:cxn modelId="{2A79FD7A-49A8-488E-A686-D7CC0ADA35D7}" type="presParOf" srcId="{B3693F91-72D6-44AE-818B-304BBE8BCFD3}" destId="{6E00654F-BA06-4B66-95A7-CAF0AFBA8E44}" srcOrd="0" destOrd="0" presId="urn:microsoft.com/office/officeart/2005/8/layout/lProcess3"/>
    <dgm:cxn modelId="{F43BF555-C39E-4FEC-81AC-F3CABDE788DC}" type="presParOf" srcId="{B3693F91-72D6-44AE-818B-304BBE8BCFD3}" destId="{4787700D-3A73-4454-9565-8EC7DB523E88}" srcOrd="1" destOrd="0" presId="urn:microsoft.com/office/officeart/2005/8/layout/lProcess3"/>
    <dgm:cxn modelId="{B1E0D9EB-59FA-4EA5-BE33-31B89A53785E}" type="presParOf" srcId="{B3693F91-72D6-44AE-818B-304BBE8BCFD3}" destId="{5AAC5330-0D65-4E53-B8DA-86378CD4CE76}" srcOrd="2" destOrd="0" presId="urn:microsoft.com/office/officeart/2005/8/layout/lProcess3"/>
    <dgm:cxn modelId="{0DDCFA51-9B90-441F-81B4-EFE2D5C6236A}" type="presParOf" srcId="{B3693F91-72D6-44AE-818B-304BBE8BCFD3}" destId="{D05E77FC-2B00-48A0-9FC8-319EF40B8D74}" srcOrd="3" destOrd="0" presId="urn:microsoft.com/office/officeart/2005/8/layout/lProcess3"/>
    <dgm:cxn modelId="{D4BD6BC4-D66F-4FED-B37F-F1312FBF182D}" type="presParOf" srcId="{B3693F91-72D6-44AE-818B-304BBE8BCFD3}" destId="{6C71E289-33D5-4D78-9D9A-659200006B91}" srcOrd="4" destOrd="0" presId="urn:microsoft.com/office/officeart/2005/8/layout/lProcess3"/>
    <dgm:cxn modelId="{211C5358-52FA-42D0-B063-D394C53742D5}" type="presParOf" srcId="{B3693F91-72D6-44AE-818B-304BBE8BCFD3}" destId="{F35843E1-A9FF-4FBF-B786-9F8785C27900}" srcOrd="5" destOrd="0" presId="urn:microsoft.com/office/officeart/2005/8/layout/lProcess3"/>
    <dgm:cxn modelId="{7B79A839-D170-426E-82BE-61D76207CC82}" type="presParOf" srcId="{B3693F91-72D6-44AE-818B-304BBE8BCFD3}" destId="{EED72392-32DA-41A4-B324-1D658877A145}" srcOrd="6" destOrd="0" presId="urn:microsoft.com/office/officeart/2005/8/layout/lProcess3"/>
    <dgm:cxn modelId="{3BEA49E0-F4EA-4ACB-9AC1-4F98D6D9EF30}" type="presParOf" srcId="{B3693F91-72D6-44AE-818B-304BBE8BCFD3}" destId="{5C0E2E2A-A97B-4C8D-B436-A21D540047C4}" srcOrd="7" destOrd="0" presId="urn:microsoft.com/office/officeart/2005/8/layout/lProcess3"/>
    <dgm:cxn modelId="{5C2F978C-476C-4339-9125-1C2A656E926F}" type="presParOf" srcId="{B3693F91-72D6-44AE-818B-304BBE8BCFD3}" destId="{E719EBCB-29E1-4476-93D2-81F844187A1C}" srcOrd="8" destOrd="0" presId="urn:microsoft.com/office/officeart/2005/8/layout/lProcess3"/>
    <dgm:cxn modelId="{D8A9CC70-0B45-4345-B4CE-58CBDC2907FE}" type="presParOf" srcId="{B3693F91-72D6-44AE-818B-304BBE8BCFD3}" destId="{234EE7D5-A6DB-4993-A629-D2A4587CB75C}" srcOrd="9" destOrd="0" presId="urn:microsoft.com/office/officeart/2005/8/layout/lProcess3"/>
    <dgm:cxn modelId="{D9E672D0-0C1F-4AAB-B594-26411DBFEEB5}" type="presParOf" srcId="{B3693F91-72D6-44AE-818B-304BBE8BCFD3}" destId="{C2F86A45-031F-4237-B24B-E5CEF3AF8D2C}" srcOrd="10" destOrd="0" presId="urn:microsoft.com/office/officeart/2005/8/layout/lProcess3"/>
    <dgm:cxn modelId="{7DE9F8B7-3A8B-47B2-A6F0-959264AC66B8}" type="presParOf" srcId="{5A3D0F38-6884-4D44-9886-12E25B1F10D5}" destId="{EB3E08B8-5F04-45D4-B35E-3959CC305326}" srcOrd="5" destOrd="0" presId="urn:microsoft.com/office/officeart/2005/8/layout/lProcess3"/>
    <dgm:cxn modelId="{A86C6DDA-F452-4FFD-8D45-04C5F1EB02B6}" type="presParOf" srcId="{5A3D0F38-6884-4D44-9886-12E25B1F10D5}" destId="{962B50F3-9D0B-4847-A5FD-ED94EA60CB53}" srcOrd="6" destOrd="0" presId="urn:microsoft.com/office/officeart/2005/8/layout/lProcess3"/>
    <dgm:cxn modelId="{91B9F212-B6F0-438D-BF0C-5988E7D04D19}" type="presParOf" srcId="{962B50F3-9D0B-4847-A5FD-ED94EA60CB53}" destId="{ADA99D21-85B7-4B4F-845E-B2F3EF016769}" srcOrd="0" destOrd="0" presId="urn:microsoft.com/office/officeart/2005/8/layout/lProcess3"/>
    <dgm:cxn modelId="{BABC9B92-2276-4D76-BF8C-256F6596612C}" type="presParOf" srcId="{962B50F3-9D0B-4847-A5FD-ED94EA60CB53}" destId="{728D778B-4AEC-4A5E-AE8C-5869618CD6EC}" srcOrd="1" destOrd="0" presId="urn:microsoft.com/office/officeart/2005/8/layout/lProcess3"/>
    <dgm:cxn modelId="{68EE05DC-4FB3-4971-B839-CE34FDE2F831}" type="presParOf" srcId="{962B50F3-9D0B-4847-A5FD-ED94EA60CB53}" destId="{53C007ED-FF8A-4598-B042-37BF9BE2064A}" srcOrd="2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1C84D9-4759-4F5B-9359-E339922EB5F0}">
      <dsp:nvSpPr>
        <dsp:cNvPr id="0" name=""/>
        <dsp:cNvSpPr/>
      </dsp:nvSpPr>
      <dsp:spPr>
        <a:xfrm>
          <a:off x="922332" y="2397"/>
          <a:ext cx="2249239" cy="89969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17145" rIns="0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700" kern="1200" dirty="0"/>
            <a:t>Semaine 1</a:t>
          </a:r>
        </a:p>
      </dsp:txBody>
      <dsp:txXfrm>
        <a:off x="1372180" y="2397"/>
        <a:ext cx="1349544" cy="899695"/>
      </dsp:txXfrm>
    </dsp:sp>
    <dsp:sp modelId="{B7A582EF-4211-47A2-91A5-9D7A3979D17C}">
      <dsp:nvSpPr>
        <dsp:cNvPr id="0" name=""/>
        <dsp:cNvSpPr/>
      </dsp:nvSpPr>
      <dsp:spPr>
        <a:xfrm>
          <a:off x="2879170" y="78871"/>
          <a:ext cx="1866868" cy="746747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7620" rIns="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/>
            <a:t>2h – CM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/>
            <a:t>Codage des nombres, caractères et images</a:t>
          </a:r>
        </a:p>
      </dsp:txBody>
      <dsp:txXfrm>
        <a:off x="3252544" y="78871"/>
        <a:ext cx="1120121" cy="746747"/>
      </dsp:txXfrm>
    </dsp:sp>
    <dsp:sp modelId="{9B6A9B7A-2D9D-4105-A31D-6003C2F9A148}">
      <dsp:nvSpPr>
        <dsp:cNvPr id="0" name=""/>
        <dsp:cNvSpPr/>
      </dsp:nvSpPr>
      <dsp:spPr>
        <a:xfrm>
          <a:off x="4484677" y="78871"/>
          <a:ext cx="1866868" cy="746747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6985" rIns="0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2h – CM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Différents types de mémoire</a:t>
          </a:r>
        </a:p>
      </dsp:txBody>
      <dsp:txXfrm>
        <a:off x="4858051" y="78871"/>
        <a:ext cx="1120121" cy="746747"/>
      </dsp:txXfrm>
    </dsp:sp>
    <dsp:sp modelId="{0D309C3C-E240-4437-A48E-C896D95A414C}">
      <dsp:nvSpPr>
        <dsp:cNvPr id="0" name=""/>
        <dsp:cNvSpPr/>
      </dsp:nvSpPr>
      <dsp:spPr>
        <a:xfrm>
          <a:off x="6090184" y="78871"/>
          <a:ext cx="1866868" cy="746747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6985" rIns="0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2h - TP</a:t>
          </a:r>
        </a:p>
      </dsp:txBody>
      <dsp:txXfrm>
        <a:off x="6463558" y="78871"/>
        <a:ext cx="1120121" cy="746747"/>
      </dsp:txXfrm>
    </dsp:sp>
    <dsp:sp modelId="{63EFE76F-75C6-495A-BEFE-B23412D52762}">
      <dsp:nvSpPr>
        <dsp:cNvPr id="0" name=""/>
        <dsp:cNvSpPr/>
      </dsp:nvSpPr>
      <dsp:spPr>
        <a:xfrm>
          <a:off x="7695691" y="78871"/>
          <a:ext cx="1866868" cy="746747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6985" rIns="0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4h - TP</a:t>
          </a:r>
        </a:p>
      </dsp:txBody>
      <dsp:txXfrm>
        <a:off x="8069065" y="78871"/>
        <a:ext cx="1120121" cy="746747"/>
      </dsp:txXfrm>
    </dsp:sp>
    <dsp:sp modelId="{32301DDB-05B2-479B-8CD8-B035AEB45018}">
      <dsp:nvSpPr>
        <dsp:cNvPr id="0" name=""/>
        <dsp:cNvSpPr/>
      </dsp:nvSpPr>
      <dsp:spPr>
        <a:xfrm>
          <a:off x="922332" y="1028050"/>
          <a:ext cx="2249239" cy="89969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17145" rIns="0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700" kern="1200" dirty="0"/>
            <a:t>Semaine 2</a:t>
          </a:r>
        </a:p>
      </dsp:txBody>
      <dsp:txXfrm>
        <a:off x="1372180" y="1028050"/>
        <a:ext cx="1349544" cy="899695"/>
      </dsp:txXfrm>
    </dsp:sp>
    <dsp:sp modelId="{C0725B73-AA68-4997-B24A-58700B1975ED}">
      <dsp:nvSpPr>
        <dsp:cNvPr id="0" name=""/>
        <dsp:cNvSpPr/>
      </dsp:nvSpPr>
      <dsp:spPr>
        <a:xfrm>
          <a:off x="2879170" y="1104524"/>
          <a:ext cx="1866868" cy="746747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6985" rIns="0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2h – CM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Logique combinatoire et séquentielle</a:t>
          </a:r>
        </a:p>
      </dsp:txBody>
      <dsp:txXfrm>
        <a:off x="3252544" y="1104524"/>
        <a:ext cx="1120121" cy="746747"/>
      </dsp:txXfrm>
    </dsp:sp>
    <dsp:sp modelId="{6C0AD1B2-BF39-41DB-9FCB-C726F0B0A11C}">
      <dsp:nvSpPr>
        <dsp:cNvPr id="0" name=""/>
        <dsp:cNvSpPr/>
      </dsp:nvSpPr>
      <dsp:spPr>
        <a:xfrm>
          <a:off x="4484677" y="1104524"/>
          <a:ext cx="1866868" cy="746747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6985" rIns="0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2h – CM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Structure d’un processeur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DS</a:t>
          </a:r>
        </a:p>
      </dsp:txBody>
      <dsp:txXfrm>
        <a:off x="4858051" y="1104524"/>
        <a:ext cx="1120121" cy="746747"/>
      </dsp:txXfrm>
    </dsp:sp>
    <dsp:sp modelId="{FDD2D33E-BAA9-4ACA-B13B-C77E16D184C6}">
      <dsp:nvSpPr>
        <dsp:cNvPr id="0" name=""/>
        <dsp:cNvSpPr/>
      </dsp:nvSpPr>
      <dsp:spPr>
        <a:xfrm>
          <a:off x="6090184" y="1104524"/>
          <a:ext cx="1866868" cy="746747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6985" rIns="0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2h - </a:t>
          </a:r>
          <a:r>
            <a:rPr lang="fr-FR" sz="1100" kern="1200" dirty="0" err="1"/>
            <a:t>Salopeir</a:t>
          </a:r>
          <a:endParaRPr lang="fr-FR" sz="1100" kern="1200" dirty="0"/>
        </a:p>
      </dsp:txBody>
      <dsp:txXfrm>
        <a:off x="6463558" y="1104524"/>
        <a:ext cx="1120121" cy="746747"/>
      </dsp:txXfrm>
    </dsp:sp>
    <dsp:sp modelId="{6E00654F-BA06-4B66-95A7-CAF0AFBA8E44}">
      <dsp:nvSpPr>
        <dsp:cNvPr id="0" name=""/>
        <dsp:cNvSpPr/>
      </dsp:nvSpPr>
      <dsp:spPr>
        <a:xfrm>
          <a:off x="922332" y="2053703"/>
          <a:ext cx="2249239" cy="89969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17145" rIns="0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700" kern="1200" dirty="0"/>
            <a:t>Semaine 3</a:t>
          </a:r>
        </a:p>
      </dsp:txBody>
      <dsp:txXfrm>
        <a:off x="1372180" y="2053703"/>
        <a:ext cx="1349544" cy="899695"/>
      </dsp:txXfrm>
    </dsp:sp>
    <dsp:sp modelId="{5AAC5330-0D65-4E53-B8DA-86378CD4CE76}">
      <dsp:nvSpPr>
        <dsp:cNvPr id="0" name=""/>
        <dsp:cNvSpPr/>
      </dsp:nvSpPr>
      <dsp:spPr>
        <a:xfrm>
          <a:off x="2879170" y="2130177"/>
          <a:ext cx="1866868" cy="746747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6985" rIns="0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1h – CM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Notion d’ALU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Fonctions logiques</a:t>
          </a:r>
        </a:p>
      </dsp:txBody>
      <dsp:txXfrm>
        <a:off x="3252544" y="2130177"/>
        <a:ext cx="1120121" cy="746747"/>
      </dsp:txXfrm>
    </dsp:sp>
    <dsp:sp modelId="{6C71E289-33D5-4D78-9D9A-659200006B91}">
      <dsp:nvSpPr>
        <dsp:cNvPr id="0" name=""/>
        <dsp:cNvSpPr/>
      </dsp:nvSpPr>
      <dsp:spPr>
        <a:xfrm>
          <a:off x="4484677" y="2130177"/>
          <a:ext cx="1866868" cy="746747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6985" rIns="0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1h – TD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Notion d’ALU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Fonctions logiques</a:t>
          </a:r>
        </a:p>
      </dsp:txBody>
      <dsp:txXfrm>
        <a:off x="4858051" y="2130177"/>
        <a:ext cx="1120121" cy="746747"/>
      </dsp:txXfrm>
    </dsp:sp>
    <dsp:sp modelId="{EED72392-32DA-41A4-B324-1D658877A145}">
      <dsp:nvSpPr>
        <dsp:cNvPr id="0" name=""/>
        <dsp:cNvSpPr/>
      </dsp:nvSpPr>
      <dsp:spPr>
        <a:xfrm>
          <a:off x="6090184" y="2130177"/>
          <a:ext cx="1866868" cy="746747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6985" rIns="0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1h30 – TP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 err="1"/>
            <a:t>LEDs</a:t>
          </a:r>
          <a:endParaRPr lang="fr-FR" sz="1100" kern="1200" dirty="0"/>
        </a:p>
      </dsp:txBody>
      <dsp:txXfrm>
        <a:off x="6463558" y="2130177"/>
        <a:ext cx="1120121" cy="746747"/>
      </dsp:txXfrm>
    </dsp:sp>
    <dsp:sp modelId="{E719EBCB-29E1-4476-93D2-81F844187A1C}">
      <dsp:nvSpPr>
        <dsp:cNvPr id="0" name=""/>
        <dsp:cNvSpPr/>
      </dsp:nvSpPr>
      <dsp:spPr>
        <a:xfrm>
          <a:off x="7695691" y="2130177"/>
          <a:ext cx="1866868" cy="746747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6985" rIns="0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2h – CM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Entrée/Sortie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GPIO</a:t>
          </a:r>
        </a:p>
      </dsp:txBody>
      <dsp:txXfrm>
        <a:off x="8069065" y="2130177"/>
        <a:ext cx="1120121" cy="746747"/>
      </dsp:txXfrm>
    </dsp:sp>
    <dsp:sp modelId="{C2F86A45-031F-4237-B24B-E5CEF3AF8D2C}">
      <dsp:nvSpPr>
        <dsp:cNvPr id="0" name=""/>
        <dsp:cNvSpPr/>
      </dsp:nvSpPr>
      <dsp:spPr>
        <a:xfrm>
          <a:off x="9301199" y="2130177"/>
          <a:ext cx="1866868" cy="746747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6985" rIns="0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1h30 - TP</a:t>
          </a:r>
        </a:p>
      </dsp:txBody>
      <dsp:txXfrm>
        <a:off x="9674573" y="2130177"/>
        <a:ext cx="1120121" cy="746747"/>
      </dsp:txXfrm>
    </dsp:sp>
    <dsp:sp modelId="{ADA99D21-85B7-4B4F-845E-B2F3EF016769}">
      <dsp:nvSpPr>
        <dsp:cNvPr id="0" name=""/>
        <dsp:cNvSpPr/>
      </dsp:nvSpPr>
      <dsp:spPr>
        <a:xfrm>
          <a:off x="922332" y="3079356"/>
          <a:ext cx="2249239" cy="89969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17145" rIns="0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700" kern="1200" dirty="0"/>
            <a:t>Semaine 4</a:t>
          </a:r>
        </a:p>
      </dsp:txBody>
      <dsp:txXfrm>
        <a:off x="1372180" y="3079356"/>
        <a:ext cx="1349544" cy="899695"/>
      </dsp:txXfrm>
    </dsp:sp>
    <dsp:sp modelId="{53C007ED-FF8A-4598-B042-37BF9BE2064A}">
      <dsp:nvSpPr>
        <dsp:cNvPr id="0" name=""/>
        <dsp:cNvSpPr/>
      </dsp:nvSpPr>
      <dsp:spPr>
        <a:xfrm>
          <a:off x="2879170" y="3155831"/>
          <a:ext cx="1866868" cy="746747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6985" rIns="0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Soutenance</a:t>
          </a:r>
        </a:p>
      </dsp:txBody>
      <dsp:txXfrm>
        <a:off x="3252544" y="3155831"/>
        <a:ext cx="1120121" cy="74674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38A7C7-51D5-4CE9-848C-73CCDCB5AD2A}" type="datetimeFigureOut">
              <a:rPr lang="fr-FR" smtClean="0"/>
              <a:t>06/06/2026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B025D0-A47D-4AF2-993F-F9C2E2046C5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32991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25BF4BE5-493C-4950-8611-4B73EBA124A3}" type="datetime1">
              <a:rPr lang="fr-FR" smtClean="0"/>
              <a:t>06/06/2026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91231E6-B321-0B67-D767-F5F0AAFD25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57474" y="6342017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 baseline="0">
                <a:solidFill>
                  <a:schemeClr val="tx2"/>
                </a:solidFill>
              </a:defRPr>
            </a:lvl1pPr>
          </a:lstStyle>
          <a:p>
            <a:fld id="{40743BAD-0FD4-4AFD-913F-F1B3782AF39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159774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74F8F-65AC-4766-A2F7-69AD9EC8EDDE}" type="datetime1">
              <a:rPr lang="fr-FR" smtClean="0"/>
              <a:t>06/06/2026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3BAD-0FD4-4AFD-913F-F1B3782AF3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3033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4EF0BDA-B3DF-4C30-B725-2619B0E62ACD}" type="datetime1">
              <a:rPr lang="fr-FR" smtClean="0"/>
              <a:t>06/06/2026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9183F09-4D74-DF4B-058F-6F3E22E452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57474" y="6342017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 baseline="0">
                <a:solidFill>
                  <a:schemeClr val="tx2"/>
                </a:solidFill>
              </a:defRPr>
            </a:lvl1pPr>
          </a:lstStyle>
          <a:p>
            <a:fld id="{40743BAD-0FD4-4AFD-913F-F1B3782AF39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430638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7BCF4-2F57-44BE-86E1-4D2E12B5FC6A}" type="datetime1">
              <a:rPr lang="fr-FR" smtClean="0"/>
              <a:t>06/06/2026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3BAD-0FD4-4AFD-913F-F1B3782AF3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36332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1D020-EA2F-4E08-9F19-25238FB1646F}" type="datetime1">
              <a:rPr lang="fr-FR" smtClean="0"/>
              <a:t>06/06/2026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3BAD-0FD4-4AFD-913F-F1B3782AF3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60107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9C80-4ECC-4A86-ACB8-43004AF15481}" type="datetime1">
              <a:rPr lang="fr-FR" smtClean="0"/>
              <a:t>06/06/2026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3BAD-0FD4-4AFD-913F-F1B3782AF3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9497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1220C-94C3-4D23-98DD-B536DE4A6F2C}" type="datetime1">
              <a:rPr lang="fr-FR" smtClean="0"/>
              <a:t>06/06/2026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3BAD-0FD4-4AFD-913F-F1B3782AF3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4364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77193F2-5089-4D6D-B951-141B92746967}" type="datetime1">
              <a:rPr lang="fr-FR" smtClean="0"/>
              <a:t>06/06/2026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1E75D6BE-C78D-BB10-E801-DB8CE72873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57474" y="6342017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 baseline="0">
                <a:solidFill>
                  <a:schemeClr val="tx2"/>
                </a:solidFill>
              </a:defRPr>
            </a:lvl1pPr>
          </a:lstStyle>
          <a:p>
            <a:fld id="{40743BAD-0FD4-4AFD-913F-F1B3782AF39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61060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155EEFE-CE4B-45B5-811F-7C771B7BD159}" type="datetime1">
              <a:rPr lang="fr-FR" smtClean="0"/>
              <a:t>06/06/2026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CDA637D9-D62A-A3FC-AA8B-076DEAAF57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57474" y="6342017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 baseline="0">
                <a:solidFill>
                  <a:schemeClr val="tx2"/>
                </a:solidFill>
              </a:defRPr>
            </a:lvl1pPr>
          </a:lstStyle>
          <a:p>
            <a:fld id="{40743BAD-0FD4-4AFD-913F-F1B3782AF39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18002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0509C-B4B3-4DBB-BCC9-40D57FCA4C66}" type="datetime1">
              <a:rPr lang="fr-FR" smtClean="0"/>
              <a:t>06/06/2026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3BAD-0FD4-4AFD-913F-F1B3782AF3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2386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1CFBF-E380-4D91-9539-BDFDF7AF5C45}" type="datetime1">
              <a:rPr lang="fr-FR" smtClean="0"/>
              <a:t>06/06/2026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3BAD-0FD4-4AFD-913F-F1B3782AF3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7696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865F967-DFD5-47C5-B34E-026F86C5401C}" type="datetime1">
              <a:rPr lang="fr-FR" smtClean="0"/>
              <a:t>06/06/2026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57474" y="6342017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 baseline="0">
                <a:solidFill>
                  <a:schemeClr val="tx2"/>
                </a:solidFill>
              </a:defRPr>
            </a:lvl1pPr>
          </a:lstStyle>
          <a:p>
            <a:fld id="{40743BAD-0FD4-4AFD-913F-F1B3782AF39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0871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8" r:id="rId1"/>
    <p:sldLayoutId id="2147483799" r:id="rId2"/>
    <p:sldLayoutId id="2147483800" r:id="rId3"/>
    <p:sldLayoutId id="2147483801" r:id="rId4"/>
    <p:sldLayoutId id="2147483802" r:id="rId5"/>
    <p:sldLayoutId id="2147483803" r:id="rId6"/>
    <p:sldLayoutId id="2147483804" r:id="rId7"/>
    <p:sldLayoutId id="2147483805" r:id="rId8"/>
    <p:sldLayoutId id="2147483806" r:id="rId9"/>
    <p:sldLayoutId id="2147483807" r:id="rId10"/>
    <p:sldLayoutId id="2147483808" r:id="rId11"/>
  </p:sldLayoutIdLst>
  <p:hf hdr="0" ftr="0" dt="0"/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2E1344C-802D-F5C3-6668-E884402768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855871"/>
          </a:xfrm>
        </p:spPr>
        <p:txBody>
          <a:bodyPr>
            <a:noAutofit/>
          </a:bodyPr>
          <a:lstStyle/>
          <a:p>
            <a:r>
              <a:rPr lang="fr-FR" sz="4000" dirty="0"/>
              <a:t>Épreuve d’exploitation pédagogique d’une activité pratique relative à l’approche spécialisée d’un système </a:t>
            </a:r>
            <a:r>
              <a:rPr lang="fr-FR" sz="4000" dirty="0" err="1"/>
              <a:t>pluritechnologique</a:t>
            </a:r>
            <a:endParaRPr lang="fr-FR" sz="4000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B5A5FBB-EE00-B50C-DB06-9F4832DA65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31913"/>
            <a:ext cx="9144000" cy="1279567"/>
          </a:xfrm>
        </p:spPr>
        <p:txBody>
          <a:bodyPr/>
          <a:lstStyle/>
          <a:p>
            <a:r>
              <a:rPr lang="fr-FR" dirty="0"/>
              <a:t>Sciences Industrielles de l’Ingénieur</a:t>
            </a:r>
          </a:p>
          <a:p>
            <a:r>
              <a:rPr lang="fr-FR" dirty="0"/>
              <a:t>Spécialité Ingénierie Informatique</a:t>
            </a:r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8C9DADD-C515-2532-54B3-59090AF772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31013" y="6447022"/>
            <a:ext cx="1596292" cy="404614"/>
          </a:xfrm>
        </p:spPr>
        <p:txBody>
          <a:bodyPr/>
          <a:lstStyle/>
          <a:p>
            <a:fld id="{40743BAD-0FD4-4AFD-913F-F1B3782AF393}" type="slidenum">
              <a:rPr lang="fr-FR" smtClean="0"/>
              <a:t>1</a:t>
            </a:fld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BDFFC0B0-168A-3FED-EC8E-AC3BD66206D0}"/>
              </a:ext>
            </a:extLst>
          </p:cNvPr>
          <p:cNvSpPr txBox="1"/>
          <p:nvPr/>
        </p:nvSpPr>
        <p:spPr>
          <a:xfrm>
            <a:off x="264695" y="5732363"/>
            <a:ext cx="36816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N° candidat : </a:t>
            </a:r>
            <a:r>
              <a:rPr lang="fr-FR" b="1" dirty="0"/>
              <a:t>1234567</a:t>
            </a:r>
          </a:p>
          <a:p>
            <a:r>
              <a:rPr lang="fr-FR"/>
              <a:t>NOM Prénom</a:t>
            </a: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58381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FE1ACFA8-29E4-038B-038D-B86C51E4F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Sommaire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1D0B67A-95B3-6BA0-A611-4A539AB44D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fr-FR" dirty="0"/>
          </a:p>
          <a:p>
            <a:r>
              <a:rPr lang="fr-FR" dirty="0"/>
              <a:t>Présentation du Système</a:t>
            </a:r>
          </a:p>
          <a:p>
            <a:endParaRPr lang="fr-FR" dirty="0"/>
          </a:p>
          <a:p>
            <a:r>
              <a:rPr lang="fr-FR" dirty="0"/>
              <a:t>Présentation des manipulations réalisées</a:t>
            </a:r>
          </a:p>
          <a:p>
            <a:endParaRPr lang="fr-FR" dirty="0"/>
          </a:p>
          <a:p>
            <a:r>
              <a:rPr lang="fr-FR" dirty="0"/>
              <a:t>Présentation de la séquence pédagogique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38AEE7B-DB50-EEE5-E200-87B127E33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3BAD-0FD4-4AFD-913F-F1B3782AF393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13951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9A23A54-C0BF-168C-902F-A4032063C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Système global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D7D4A73-6C3F-5E24-329E-5775875616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F23FC63-172B-2BC0-EF46-EF974F675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3BAD-0FD4-4AFD-913F-F1B3782AF393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436462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BC6E94-C296-4FA6-2B52-8B461FE38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Potentialités didactiques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C97CB6E-F688-808B-117F-61ED85AE49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7FFB85E-5A38-63B7-2A8E-FCB94D103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3BAD-0FD4-4AFD-913F-F1B3782AF393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57165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4BF94A4F-B7ED-DDE5-0174-D5F9E7391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Présentation des manipulations réalisées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98989753-6C0F-ECFD-5470-E4E96160B4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C56BF3B-EC0B-ABCA-0499-3DB2CFDE04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0743BAD-0FD4-4AFD-913F-F1B3782AF393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94565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64015CF7-56D8-0727-1E0D-3444C9FEC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8B37360-714F-F41A-CE43-60C98F430C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FC4B19D-3F27-A52C-6A13-1C732FFE3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3BAD-0FD4-4AFD-913F-F1B3782AF393}" type="slidenum">
              <a:rPr lang="fr-FR" smtClean="0"/>
              <a:pPr/>
              <a:t>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536435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1422FC55-0445-5EEB-F3E6-3206A7ACB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Présentation de la séquence pédagogique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F7F0CCBD-BC96-E09F-AAEA-5835D192F4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193003F-EBAA-FB9D-F1DD-FB8D5FF2C0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0743BAD-0FD4-4AFD-913F-F1B3782AF393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15231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4F5B5EE8-418A-F11D-D63F-BFCEE1F12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Contexte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F29118A1-C019-6AED-F2EC-687E34070E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BDDA493-C0B5-0055-5885-4AF89AFB8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3BAD-0FD4-4AFD-913F-F1B3782AF393}" type="slidenum">
              <a:rPr lang="fr-FR" smtClean="0"/>
              <a:pPr/>
              <a:t>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201726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2A059D3-1033-C21A-D549-35D825E06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E220F5FB-4AEA-0E53-3119-A81032826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Démarches pédagogiques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C5343DC-792C-558F-8832-07AFEDF386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6DED23E-DF72-BBC0-6CE6-BE6D2253A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3BAD-0FD4-4AFD-913F-F1B3782AF393}" type="slidenum">
              <a:rPr lang="fr-FR" smtClean="0"/>
              <a:pPr/>
              <a:t>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480274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4A8A71-F321-9094-6BD5-8F1F9D4C6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Ressource/Point BO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EBEDC38-2AAF-7F99-4424-D3E0CE4A2F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Placement dans </a:t>
            </a:r>
            <a:r>
              <a:rPr lang="en-GB" dirty="0" err="1"/>
              <a:t>l’année</a:t>
            </a:r>
            <a:endParaRPr lang="en-GB" dirty="0"/>
          </a:p>
          <a:p>
            <a:r>
              <a:rPr lang="en-GB" dirty="0"/>
              <a:t>Volume </a:t>
            </a:r>
            <a:r>
              <a:rPr lang="en-GB" dirty="0" err="1"/>
              <a:t>horaire</a:t>
            </a:r>
            <a:endParaRPr lang="en-GB" dirty="0"/>
          </a:p>
          <a:p>
            <a:r>
              <a:rPr lang="en-GB" dirty="0" err="1"/>
              <a:t>Problématique</a:t>
            </a:r>
            <a:endParaRPr lang="en-GB" dirty="0"/>
          </a:p>
          <a:p>
            <a:r>
              <a:rPr lang="fr-FR" dirty="0"/>
              <a:t>Compétences ciblées</a:t>
            </a:r>
          </a:p>
          <a:p>
            <a:r>
              <a:rPr lang="fr-FR" dirty="0"/>
              <a:t>Apprentissages critiques ciblés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C132B0E-BBD0-46CE-879D-99A3D33BA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3BAD-0FD4-4AFD-913F-F1B3782AF393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893945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63C26-FE78-1ADD-7E3E-F2C16715B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59E145C-1A37-E04A-B28C-4A52D65B3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Ressource/Point BO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A93BDE9-6217-8CF8-BC41-07BAF87786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/>
              <a:t>Contenu</a:t>
            </a:r>
            <a:r>
              <a:rPr lang="en-GB" dirty="0"/>
              <a:t> </a:t>
            </a:r>
            <a:r>
              <a:rPr lang="en-GB" dirty="0" err="1"/>
              <a:t>abordé</a:t>
            </a:r>
            <a:endParaRPr lang="en-GB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3B79617-4CD9-1EE2-A8D2-CDF729064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3BAD-0FD4-4AFD-913F-F1B3782AF393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17891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290259F-DC45-DB2F-072E-958098439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9E68D49-8931-1973-2824-8B8960759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Lien avec les SAÉ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5C651D7-8FA0-50F7-6C80-65FB4D328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SAÉ 1.02 : S’initier aux réseaux informatiques</a:t>
            </a:r>
          </a:p>
          <a:p>
            <a:pPr lvl="1"/>
            <a:r>
              <a:rPr lang="fr-FR" dirty="0"/>
              <a:t>Installation de postes clients, configuration d’un plan d’adressage et segmentation réseau</a:t>
            </a:r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9A53633-60A2-740D-CB55-C810AF49D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3BAD-0FD4-4AFD-913F-F1B3782AF393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51187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657B54-AA24-7066-80DA-0CDBC5187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Prérequis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013E3C4-B673-022E-905C-ACF95E0E24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BAE06D8-4854-B1BC-D251-6AFBE808D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3BAD-0FD4-4AFD-913F-F1B3782AF393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713827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07AE10-0D6E-484C-A4D1-EF01B7DC2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Synoptique de la séquence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C693421-6FEB-101A-4A73-C0DFBBEB1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3BAD-0FD4-4AFD-913F-F1B3782AF393}" type="slidenum">
              <a:rPr lang="fr-FR" smtClean="0"/>
              <a:t>14</a:t>
            </a:fld>
            <a:endParaRPr lang="fr-FR"/>
          </a:p>
        </p:txBody>
      </p:sp>
      <p:graphicFrame>
        <p:nvGraphicFramePr>
          <p:cNvPr id="14" name="Espace réservé du contenu 4">
            <a:extLst>
              <a:ext uri="{FF2B5EF4-FFF2-40B4-BE49-F238E27FC236}">
                <a16:creationId xmlns:a16="http://schemas.microsoft.com/office/drawing/2014/main" id="{5028D434-C6FE-C63B-A423-07874B64E1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36764502"/>
              </p:ext>
            </p:extLst>
          </p:nvPr>
        </p:nvGraphicFramePr>
        <p:xfrm>
          <a:off x="456453" y="1853826"/>
          <a:ext cx="12090400" cy="39814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073C1F20-990E-D57A-DD17-433EAA63164D}"/>
              </a:ext>
            </a:extLst>
          </p:cNvPr>
          <p:cNvSpPr/>
          <p:nvPr/>
        </p:nvSpPr>
        <p:spPr>
          <a:xfrm>
            <a:off x="475502" y="0"/>
            <a:ext cx="25021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D68C94E2-BEB0-56E5-8DB1-C9E4A9294FF7}"/>
              </a:ext>
            </a:extLst>
          </p:cNvPr>
          <p:cNvSpPr txBox="1"/>
          <p:nvPr/>
        </p:nvSpPr>
        <p:spPr>
          <a:xfrm>
            <a:off x="1988457" y="6172200"/>
            <a:ext cx="11558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Déductive</a:t>
            </a:r>
          </a:p>
        </p:txBody>
      </p:sp>
    </p:spTree>
    <p:extLst>
      <p:ext uri="{BB962C8B-B14F-4D97-AF65-F5344CB8AC3E}">
        <p14:creationId xmlns:p14="http://schemas.microsoft.com/office/powerpoint/2010/main" val="7708513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1" name="Zoom de diapositive 10">
                <a:extLst>
                  <a:ext uri="{FF2B5EF4-FFF2-40B4-BE49-F238E27FC236}">
                    <a16:creationId xmlns:a16="http://schemas.microsoft.com/office/drawing/2014/main" id="{61FD7CF5-140D-4D14-9DC3-191E8001937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9869028"/>
                  </p:ext>
                </p:extLst>
              </p:nvPr>
            </p:nvGraphicFramePr>
            <p:xfrm>
              <a:off x="-306182" y="-2106461"/>
              <a:ext cx="15012990" cy="8556321"/>
            </p:xfrm>
            <a:graphic>
              <a:graphicData uri="http://schemas.microsoft.com/office/powerpoint/2016/slidezoom">
                <pslz:sldZm>
                  <pslz:sldZmObj sldId="269" cId="770851389">
                    <pslz:zmPr id="{66B86378-28D1-4E17-B736-D7FC193FC814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5012990" cy="8556321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1" name="Zoom de diapositive 10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61FD7CF5-140D-4D14-9DC3-191E8001937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306182" y="-2106461"/>
                <a:ext cx="15012990" cy="8556321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D44A82EB-775B-07F1-B3DD-1299858E17C6}"/>
              </a:ext>
            </a:extLst>
          </p:cNvPr>
          <p:cNvSpPr/>
          <p:nvPr/>
        </p:nvSpPr>
        <p:spPr>
          <a:xfrm>
            <a:off x="1371600" y="2579839"/>
            <a:ext cx="11352627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F55C1CF-48BB-34E9-40FE-DF80283E2A22}"/>
              </a:ext>
            </a:extLst>
          </p:cNvPr>
          <p:cNvSpPr/>
          <p:nvPr/>
        </p:nvSpPr>
        <p:spPr>
          <a:xfrm>
            <a:off x="839373" y="-5429250"/>
            <a:ext cx="11352627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34493F7-65D9-33DA-0D18-9E169863C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Semaine 2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7E99361-8176-41CE-9B56-1C79C1775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3BAD-0FD4-4AFD-913F-F1B3782AF393}" type="slidenum">
              <a:rPr lang="fr-FR" smtClean="0"/>
              <a:t>15</a:t>
            </a:fld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59C59E3-6493-C6D0-709F-E59A698BAA39}"/>
              </a:ext>
            </a:extLst>
          </p:cNvPr>
          <p:cNvSpPr/>
          <p:nvPr/>
        </p:nvSpPr>
        <p:spPr>
          <a:xfrm>
            <a:off x="1478807" y="2496620"/>
            <a:ext cx="11352627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C1E5B07-2D98-BF7F-4A90-7B70CDA5BF2E}"/>
              </a:ext>
            </a:extLst>
          </p:cNvPr>
          <p:cNvSpPr/>
          <p:nvPr/>
        </p:nvSpPr>
        <p:spPr>
          <a:xfrm rot="5400000">
            <a:off x="-7886114" y="-849162"/>
            <a:ext cx="11352627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54BEDD1-8A10-CEFD-4AB1-9D2378B3FB99}"/>
              </a:ext>
            </a:extLst>
          </p:cNvPr>
          <p:cNvSpPr/>
          <p:nvPr/>
        </p:nvSpPr>
        <p:spPr>
          <a:xfrm>
            <a:off x="475502" y="0"/>
            <a:ext cx="25021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A74D7A94-837B-15E9-A46A-C3362747743B}"/>
              </a:ext>
            </a:extLst>
          </p:cNvPr>
          <p:cNvSpPr txBox="1"/>
          <p:nvPr/>
        </p:nvSpPr>
        <p:spPr>
          <a:xfrm>
            <a:off x="1299601" y="3292181"/>
            <a:ext cx="198630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Modalité :</a:t>
            </a:r>
          </a:p>
          <a:p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Demi-groupe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Simulation</a:t>
            </a:r>
          </a:p>
          <a:p>
            <a:endParaRPr lang="fr-FR" dirty="0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D29C5B16-2BCB-E58A-0D1A-BAB3536018F2}"/>
              </a:ext>
            </a:extLst>
          </p:cNvPr>
          <p:cNvSpPr txBox="1"/>
          <p:nvPr/>
        </p:nvSpPr>
        <p:spPr>
          <a:xfrm>
            <a:off x="3545514" y="3292181"/>
            <a:ext cx="395837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Contenu :</a:t>
            </a:r>
          </a:p>
          <a:p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40 min : Logique combinatoire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40 min : Logique séquentielle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40 min : </a:t>
            </a:r>
            <a:r>
              <a:rPr lang="fr-FR" dirty="0" err="1"/>
              <a:t>TypEs</a:t>
            </a:r>
            <a:r>
              <a:rPr lang="fr-FR" dirty="0"/>
              <a:t> de mémoire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67F621CC-9BE6-0941-F7BF-46CD75CB963C}"/>
              </a:ext>
            </a:extLst>
          </p:cNvPr>
          <p:cNvSpPr txBox="1"/>
          <p:nvPr/>
        </p:nvSpPr>
        <p:spPr>
          <a:xfrm>
            <a:off x="3613150" y="5653534"/>
            <a:ext cx="211615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Points de blocage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Program Counter</a:t>
            </a:r>
          </a:p>
          <a:p>
            <a:endParaRPr lang="fr-FR" dirty="0"/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BC368B84-4C81-BF4A-2916-7773A62456DF}"/>
              </a:ext>
            </a:extLst>
          </p:cNvPr>
          <p:cNvSpPr/>
          <p:nvPr/>
        </p:nvSpPr>
        <p:spPr>
          <a:xfrm>
            <a:off x="8761262" y="2726992"/>
            <a:ext cx="154138" cy="154138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1345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D7C68-35B7-2875-A283-C71E60B70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D01AC89-8A3E-4D2B-2C21-19099182D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Évaluations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8C46222-44DB-9C24-3A43-3FFB2E9FD5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dirty="0"/>
              <a:t>Évaluations diagnostiques:</a:t>
            </a:r>
          </a:p>
          <a:p>
            <a:pPr lvl="1"/>
            <a:r>
              <a:rPr lang="fr-FR" dirty="0" err="1"/>
              <a:t>Kahoot</a:t>
            </a:r>
            <a:r>
              <a:rPr lang="fr-FR" dirty="0"/>
              <a:t> de chaque cours</a:t>
            </a:r>
          </a:p>
          <a:p>
            <a:pPr lvl="1"/>
            <a:r>
              <a:rPr lang="fr-FR" dirty="0"/>
              <a:t>Remédiation sur le cours qui suit</a:t>
            </a:r>
          </a:p>
          <a:p>
            <a:r>
              <a:rPr lang="fr-FR" dirty="0"/>
              <a:t>Évaluations sommatives :</a:t>
            </a:r>
          </a:p>
          <a:p>
            <a:pPr lvl="1"/>
            <a:r>
              <a:rPr lang="fr-FR" dirty="0"/>
              <a:t>DS de 1h sur feuille</a:t>
            </a:r>
          </a:p>
          <a:p>
            <a:pPr lvl="2"/>
            <a:r>
              <a:rPr lang="fr-FR" dirty="0"/>
              <a:t>15 min : Mise en situation, transpondeur (base octale)</a:t>
            </a:r>
          </a:p>
          <a:p>
            <a:pPr lvl="2"/>
            <a:r>
              <a:rPr lang="fr-FR" dirty="0"/>
              <a:t>15 min : Cas d’usage, backup d’une entreprise choix d’une mémoire</a:t>
            </a:r>
          </a:p>
          <a:p>
            <a:pPr lvl="2"/>
            <a:r>
              <a:rPr lang="fr-FR" dirty="0"/>
              <a:t>30 min : Additionneur (?) formé de porte-logique</a:t>
            </a:r>
          </a:p>
          <a:p>
            <a:pPr lvl="1"/>
            <a:r>
              <a:rPr lang="fr-FR" dirty="0"/>
              <a:t>Soutenance de 5 min + 3 min de questions</a:t>
            </a:r>
          </a:p>
          <a:p>
            <a:pPr lvl="2"/>
            <a:r>
              <a:rPr lang="fr-FR" dirty="0"/>
              <a:t>Calcul avec Arduino et affichage par LED</a:t>
            </a:r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B5AE1AC-CC59-2CBD-917B-7064F06DB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3BAD-0FD4-4AFD-913F-F1B3782AF393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299710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92882A-6A23-7729-8E0C-C2D6342D9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Séance à caractère expérimental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FDDC7E0-F770-9294-DF66-C61EF77503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Prérequis</a:t>
            </a:r>
          </a:p>
          <a:p>
            <a:endParaRPr lang="fr-FR" dirty="0"/>
          </a:p>
          <a:p>
            <a:r>
              <a:rPr lang="fr-FR" dirty="0"/>
              <a:t>Groupe de combien </a:t>
            </a:r>
          </a:p>
          <a:p>
            <a:pPr lvl="1"/>
            <a:r>
              <a:rPr lang="fr-FR" dirty="0"/>
              <a:t>Faits </a:t>
            </a:r>
            <a:r>
              <a:rPr lang="fr-FR" dirty="0" err="1"/>
              <a:t>comments</a:t>
            </a:r>
            <a:endParaRPr lang="fr-FR" dirty="0"/>
          </a:p>
          <a:p>
            <a:r>
              <a:rPr lang="fr-FR" dirty="0"/>
              <a:t>Type de sujet</a:t>
            </a:r>
          </a:p>
          <a:p>
            <a:r>
              <a:rPr lang="fr-FR" dirty="0"/>
              <a:t>Matériel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33CE686-4F3D-7869-6CC3-4ABFDD7ED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3BAD-0FD4-4AFD-913F-F1B3782AF393}" type="slidenum">
              <a:rPr lang="fr-FR" smtClean="0"/>
              <a:t>17</a:t>
            </a:fld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5027EFF-7006-3DCD-FE60-0325BE8738C8}"/>
              </a:ext>
            </a:extLst>
          </p:cNvPr>
          <p:cNvSpPr txBox="1"/>
          <p:nvPr/>
        </p:nvSpPr>
        <p:spPr>
          <a:xfrm>
            <a:off x="1371600" y="1488217"/>
            <a:ext cx="85372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Problématique de la séance : Comment réaliser des opérations arithmétiques à l’aide </a:t>
            </a:r>
          </a:p>
          <a:p>
            <a:r>
              <a:rPr lang="fr-FR" dirty="0"/>
              <a:t>de fonctions logiques</a:t>
            </a:r>
          </a:p>
        </p:txBody>
      </p:sp>
    </p:spTree>
    <p:extLst>
      <p:ext uri="{BB962C8B-B14F-4D97-AF65-F5344CB8AC3E}">
        <p14:creationId xmlns:p14="http://schemas.microsoft.com/office/powerpoint/2010/main" val="36163383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7EBB0-3111-E0C4-0AC5-5FB29251A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EC1A5A-2E17-4CDB-7D99-A42971EA6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Séance à caractère expérimental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C6A0B65-58B3-D32E-462D-503A242A8C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Organisation temporelle</a:t>
            </a:r>
          </a:p>
          <a:p>
            <a:pPr lvl="1"/>
            <a:r>
              <a:rPr lang="fr-FR" dirty="0"/>
              <a:t>15 min : Répartition des groupes, choix du sujet et mise en place</a:t>
            </a:r>
          </a:p>
          <a:p>
            <a:pPr lvl="1"/>
            <a:r>
              <a:rPr lang="fr-FR" dirty="0"/>
              <a:t>13 min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28547EC-05CE-65AA-C62D-FB695A7EE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3BAD-0FD4-4AFD-913F-F1B3782AF393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94972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BFA69D-2D73-D6D6-ECCF-2EC1A15B1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Conclusion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2B9CA79-BC79-9CA9-057B-8FC9C2A8B0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Formation</a:t>
            </a:r>
          </a:p>
          <a:p>
            <a:endParaRPr lang="fr-FR" dirty="0"/>
          </a:p>
          <a:p>
            <a:r>
              <a:rPr lang="fr-FR" dirty="0"/>
              <a:t>Cours</a:t>
            </a:r>
          </a:p>
          <a:p>
            <a:endParaRPr lang="fr-FR" dirty="0"/>
          </a:p>
          <a:p>
            <a:r>
              <a:rPr lang="fr-FR" dirty="0"/>
              <a:t>Support utilisé</a:t>
            </a:r>
          </a:p>
          <a:p>
            <a:endParaRPr lang="fr-FR" dirty="0"/>
          </a:p>
          <a:p>
            <a:r>
              <a:rPr lang="fr-FR" dirty="0"/>
              <a:t>Sa prise en main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8A26825-C757-2957-6098-D92C01295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3BAD-0FD4-4AFD-913F-F1B3782AF393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387852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9D661177-94E1-E513-C079-B256272578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Merci pour votre attention</a:t>
            </a:r>
          </a:p>
        </p:txBody>
      </p:sp>
      <p:sp>
        <p:nvSpPr>
          <p:cNvPr id="6" name="Sous-titre 5">
            <a:extLst>
              <a:ext uri="{FF2B5EF4-FFF2-40B4-BE49-F238E27FC236}">
                <a16:creationId xmlns:a16="http://schemas.microsoft.com/office/drawing/2014/main" id="{2658BCEA-2EA0-8BF0-A837-12E19D495FE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E742B32-04E6-FACF-A907-DB5F8873D0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0743BAD-0FD4-4AFD-913F-F1B3782AF393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80549696"/>
      </p:ext>
    </p:extLst>
  </p:cSld>
  <p:clrMapOvr>
    <a:masterClrMapping/>
  </p:clrMapOvr>
</p:sld>
</file>

<file path=ppt/theme/theme1.xml><?xml version="1.0" encoding="utf-8"?>
<a:theme xmlns:a="http://schemas.openxmlformats.org/drawingml/2006/main" name="Cadrage">
  <a:themeElements>
    <a:clrScheme name="Cadrage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adrage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adra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TM10001105[[fn=Cadrage]]</Template>
  <TotalTime>0</TotalTime>
  <Words>367</Words>
  <Application>Microsoft Office PowerPoint</Application>
  <PresentationFormat>Grand écran</PresentationFormat>
  <Paragraphs>126</Paragraphs>
  <Slides>20</Slides>
  <Notes>0</Notes>
  <HiddenSlides>2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4" baseType="lpstr">
      <vt:lpstr>Aptos</vt:lpstr>
      <vt:lpstr>Arial</vt:lpstr>
      <vt:lpstr>Franklin Gothic Book</vt:lpstr>
      <vt:lpstr>Cadrage</vt:lpstr>
      <vt:lpstr>Épreuve d’exploitation pédagogique d’une activité pratique relative à l’approche spécialisée d’un système pluritechnologique</vt:lpstr>
      <vt:lpstr>Sommaire</vt:lpstr>
      <vt:lpstr>Système global</vt:lpstr>
      <vt:lpstr>Potentialités didactiques</vt:lpstr>
      <vt:lpstr>Présentation des manipulations réalisées</vt:lpstr>
      <vt:lpstr>Présentation PowerPoint</vt:lpstr>
      <vt:lpstr>Présentation de la séquence pédagogique</vt:lpstr>
      <vt:lpstr>Contexte</vt:lpstr>
      <vt:lpstr>Démarches pédagogiques</vt:lpstr>
      <vt:lpstr>Ressource/Point BO</vt:lpstr>
      <vt:lpstr>Ressource/Point BO</vt:lpstr>
      <vt:lpstr>Lien avec les SAÉ</vt:lpstr>
      <vt:lpstr>Prérequis</vt:lpstr>
      <vt:lpstr>Synoptique de la séquence</vt:lpstr>
      <vt:lpstr>Semaine 2</vt:lpstr>
      <vt:lpstr>Évaluations</vt:lpstr>
      <vt:lpstr>Séance à caractère expérimental</vt:lpstr>
      <vt:lpstr>Séance à caractère expérimental</vt:lpstr>
      <vt:lpstr>Conclusion</vt:lpstr>
      <vt:lpstr>Merci pour votre attention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Tanguy Humbert</dc:creator>
  <cp:lastModifiedBy>Tanguy Humbert</cp:lastModifiedBy>
  <cp:revision>12</cp:revision>
  <dcterms:created xsi:type="dcterms:W3CDTF">2026-06-05T12:34:35Z</dcterms:created>
  <dcterms:modified xsi:type="dcterms:W3CDTF">2026-06-06T17:16:15Z</dcterms:modified>
</cp:coreProperties>
</file>