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0" r:id="rId1"/>
  </p:sldMasterIdLst>
  <p:notesMasterIdLst>
    <p:notesMasterId r:id="rId43"/>
  </p:notesMasterIdLst>
  <p:sldIdLst>
    <p:sldId id="256" r:id="rId2"/>
    <p:sldId id="258" r:id="rId3"/>
    <p:sldId id="259" r:id="rId4"/>
    <p:sldId id="257" r:id="rId5"/>
    <p:sldId id="281" r:id="rId6"/>
    <p:sldId id="279" r:id="rId7"/>
    <p:sldId id="282" r:id="rId8"/>
    <p:sldId id="283" r:id="rId9"/>
    <p:sldId id="307" r:id="rId10"/>
    <p:sldId id="287" r:id="rId11"/>
    <p:sldId id="316" r:id="rId12"/>
    <p:sldId id="323" r:id="rId13"/>
    <p:sldId id="311" r:id="rId14"/>
    <p:sldId id="312" r:id="rId15"/>
    <p:sldId id="309" r:id="rId16"/>
    <p:sldId id="280" r:id="rId17"/>
    <p:sldId id="317" r:id="rId18"/>
    <p:sldId id="295" r:id="rId19"/>
    <p:sldId id="318" r:id="rId20"/>
    <p:sldId id="325" r:id="rId21"/>
    <p:sldId id="276" r:id="rId22"/>
    <p:sldId id="277" r:id="rId23"/>
    <p:sldId id="314" r:id="rId24"/>
    <p:sldId id="304" r:id="rId25"/>
    <p:sldId id="315" r:id="rId26"/>
    <p:sldId id="321" r:id="rId27"/>
    <p:sldId id="319" r:id="rId28"/>
    <p:sldId id="285" r:id="rId29"/>
    <p:sldId id="310" r:id="rId30"/>
    <p:sldId id="322" r:id="rId31"/>
    <p:sldId id="326" r:id="rId32"/>
    <p:sldId id="313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B8366B1-543C-4B67-8386-2E1DE87C8B1F}">
          <p14:sldIdLst>
            <p14:sldId id="256"/>
            <p14:sldId id="258"/>
          </p14:sldIdLst>
        </p14:section>
        <p14:section name="Présentation (2 min)" id="{5160E238-A219-43B0-8523-8B2A0B6326D8}">
          <p14:sldIdLst>
            <p14:sldId id="259"/>
          </p14:sldIdLst>
        </p14:section>
        <p14:section name="Étude Technique (8 min)" id="{9E557C1C-A4DC-4D24-A9D3-86B074DFB3C0}">
          <p14:sldIdLst/>
        </p14:section>
        <p14:section name="Panorama des études réalisées" id="{156F5C54-8C3E-4F1C-AEA6-4D966860F4F1}">
          <p14:sldIdLst/>
        </p14:section>
        <p14:section name="Sous-Graphe/Réseau de petri" id="{9E1EFCD4-F4FD-4F80-82AD-08201D6B0DC8}">
          <p14:sldIdLst/>
        </p14:section>
        <p14:section name="Applications pédagogiques (18 min)" id="{860ADABB-A123-4601-989D-A4AE7F38BB17}">
          <p14:sldIdLst>
            <p14:sldId id="257"/>
            <p14:sldId id="281"/>
            <p14:sldId id="279"/>
            <p14:sldId id="282"/>
            <p14:sldId id="283"/>
            <p14:sldId id="307"/>
            <p14:sldId id="287"/>
            <p14:sldId id="316"/>
            <p14:sldId id="323"/>
            <p14:sldId id="311"/>
            <p14:sldId id="312"/>
            <p14:sldId id="309"/>
          </p14:sldIdLst>
        </p14:section>
        <p14:section name="Potentialité didactique (1 min)" id="{20054E14-DE6A-4F68-A507-B01CF2C58B40}">
          <p14:sldIdLst/>
        </p14:section>
        <p14:section name="Application en filière STI2D (11 min)" id="{65673DC1-1892-49EC-84DD-F469E33DB25C}">
          <p14:sldIdLst/>
        </p14:section>
        <p14:section name="Application en filière STS CIEL (6 min)" id="{D736DD01-99F2-422D-A5B8-DC05CEF5B3EC}">
          <p14:sldIdLst>
            <p14:sldId id="280"/>
            <p14:sldId id="317"/>
            <p14:sldId id="295"/>
            <p14:sldId id="318"/>
            <p14:sldId id="325"/>
          </p14:sldIdLst>
        </p14:section>
        <p14:section name="Conclusion (2 min)" id="{6030B049-CE7C-42A1-8B13-F22FBD4B1559}">
          <p14:sldIdLst>
            <p14:sldId id="276"/>
            <p14:sldId id="277"/>
            <p14:sldId id="314"/>
            <p14:sldId id="304"/>
            <p14:sldId id="315"/>
            <p14:sldId id="321"/>
            <p14:sldId id="319"/>
            <p14:sldId id="285"/>
            <p14:sldId id="310"/>
            <p14:sldId id="322"/>
            <p14:sldId id="326"/>
            <p14:sldId id="313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3" autoAdjust="0"/>
    <p:restoredTop sz="90806" autoAdjust="0"/>
  </p:normalViewPr>
  <p:slideViewPr>
    <p:cSldViewPr snapToGrid="0">
      <p:cViewPr varScale="1">
        <p:scale>
          <a:sx n="87" d="100"/>
          <a:sy n="87" d="100"/>
        </p:scale>
        <p:origin x="453" y="5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Poursuite d'étude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F1-4284-83CF-6F68DEEAFF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F1-4284-83CF-6F68DEEAFFD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F1-4284-83CF-6F68DEEAFF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F1-4284-83CF-6F68DEEAFFD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F1-4284-83CF-6F68DEEAFFD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BB23608-0905-409F-9415-13BF0151BCB2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4F1-4284-83CF-6F68DEEAFFD0}"/>
                </c:ext>
              </c:extLst>
            </c:dLbl>
            <c:dLbl>
              <c:idx val="1"/>
              <c:layout>
                <c:manualLayout>
                  <c:x val="-2.9187623786590951E-2"/>
                  <c:y val="-7.6559139123183295E-2"/>
                </c:manualLayout>
              </c:layout>
              <c:tx>
                <c:rich>
                  <a:bodyPr/>
                  <a:lstStyle/>
                  <a:p>
                    <a:fld id="{C08AB67E-35C9-4977-B1BB-0E63E15E5D12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4F1-4284-83CF-6F68DEEAFFD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F2AF7E2-C980-4251-B126-89AA7C41407D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4F1-4284-83CF-6F68DEEAFFD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9D5116A-BA51-4DA0-B903-B4FB454B8DCD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4F1-4284-83CF-6F68DEEAFFD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F009393-71C1-472D-8EAB-0AF6771AD401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4F1-4284-83CF-6F68DEEAFF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Feuil1!$A$2:$A$6</c:f>
              <c:strCache>
                <c:ptCount val="5"/>
                <c:pt idx="0">
                  <c:v>STS</c:v>
                </c:pt>
                <c:pt idx="1">
                  <c:v>IUT</c:v>
                </c:pt>
                <c:pt idx="2">
                  <c:v>Université</c:v>
                </c:pt>
                <c:pt idx="3">
                  <c:v>TSI</c:v>
                </c:pt>
                <c:pt idx="4">
                  <c:v>Autres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35</c:v>
                </c:pt>
                <c:pt idx="1">
                  <c:v>22</c:v>
                </c:pt>
                <c:pt idx="2">
                  <c:v>12</c:v>
                </c:pt>
                <c:pt idx="3">
                  <c:v>4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5-452A-8940-D49EADD8253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518FB3-F644-4136-B399-D6B5852DBB3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D911206-7D0A-46D6-B9F6-C47E110FD5FD}">
      <dgm:prSet phldrT="[Texte]" phldr="0" custT="1"/>
      <dgm:spPr>
        <a:solidFill>
          <a:schemeClr val="bg2">
            <a:lumMod val="50000"/>
          </a:schemeClr>
        </a:solidFill>
        <a:ln>
          <a:noFill/>
        </a:ln>
      </dgm:spPr>
      <dgm:t>
        <a:bodyPr/>
        <a:lstStyle/>
        <a:p>
          <a:r>
            <a:rPr lang="fr-FR" sz="2400" dirty="0"/>
            <a:t>S5</a:t>
          </a:r>
        </a:p>
      </dgm:t>
    </dgm:pt>
    <dgm:pt modelId="{2A0825AB-0C0D-4431-8E78-9CBFC4FFBBDF}" type="sibTrans" cxnId="{8739D2C8-3832-498F-94CA-534334EF6B21}">
      <dgm:prSet/>
      <dgm:spPr/>
      <dgm:t>
        <a:bodyPr/>
        <a:lstStyle/>
        <a:p>
          <a:endParaRPr lang="fr-FR"/>
        </a:p>
      </dgm:t>
    </dgm:pt>
    <dgm:pt modelId="{4F70E503-B3FA-4224-A6EC-3BA86CC1A138}" type="parTrans" cxnId="{8739D2C8-3832-498F-94CA-534334EF6B21}">
      <dgm:prSet/>
      <dgm:spPr/>
      <dgm:t>
        <a:bodyPr/>
        <a:lstStyle/>
        <a:p>
          <a:endParaRPr lang="fr-FR"/>
        </a:p>
      </dgm:t>
    </dgm:pt>
    <dgm:pt modelId="{E4A2DE53-A0DD-4C02-81F1-58ADB34979C9}">
      <dgm:prSet phldrT="[Texte]" phldr="0"/>
      <dgm:spPr/>
      <dgm:t>
        <a:bodyPr/>
        <a:lstStyle/>
        <a:p>
          <a:r>
            <a:rPr lang="fr-FR" dirty="0"/>
            <a:t>Gérer la ville du futur</a:t>
          </a:r>
        </a:p>
      </dgm:t>
    </dgm:pt>
    <dgm:pt modelId="{3EB6AA2E-69AC-480B-BF60-8C5E23D7317C}" type="sibTrans" cxnId="{43F876CA-A2BF-4604-91CE-77C1E218EF5D}">
      <dgm:prSet/>
      <dgm:spPr/>
      <dgm:t>
        <a:bodyPr/>
        <a:lstStyle/>
        <a:p>
          <a:endParaRPr lang="fr-FR"/>
        </a:p>
      </dgm:t>
    </dgm:pt>
    <dgm:pt modelId="{CC7812C7-4799-4208-8CC7-2A26D64AED7C}" type="parTrans" cxnId="{43F876CA-A2BF-4604-91CE-77C1E218EF5D}">
      <dgm:prSet/>
      <dgm:spPr/>
      <dgm:t>
        <a:bodyPr/>
        <a:lstStyle/>
        <a:p>
          <a:endParaRPr lang="fr-FR"/>
        </a:p>
      </dgm:t>
    </dgm:pt>
    <dgm:pt modelId="{9D9478FF-DAC7-4FBE-A157-5A0FC52D1FD3}">
      <dgm:prSet phldrT="[Texte]" phldr="0"/>
      <dgm:spPr/>
      <dgm:t>
        <a:bodyPr/>
        <a:lstStyle/>
        <a:p>
          <a:r>
            <a:rPr lang="fr-FR" dirty="0"/>
            <a:t>2 semaines </a:t>
          </a:r>
        </a:p>
      </dgm:t>
    </dgm:pt>
    <dgm:pt modelId="{B3F4E3CD-8977-4277-8A18-47099C9493D9}" type="sibTrans" cxnId="{A64B09B8-B604-4829-84A3-3A403B4FAD0F}">
      <dgm:prSet/>
      <dgm:spPr/>
      <dgm:t>
        <a:bodyPr/>
        <a:lstStyle/>
        <a:p>
          <a:endParaRPr lang="fr-FR"/>
        </a:p>
      </dgm:t>
    </dgm:pt>
    <dgm:pt modelId="{5CE6312B-BFBD-410E-9733-6D68B1CFF15D}" type="parTrans" cxnId="{A64B09B8-B604-4829-84A3-3A403B4FAD0F}">
      <dgm:prSet/>
      <dgm:spPr/>
      <dgm:t>
        <a:bodyPr/>
        <a:lstStyle/>
        <a:p>
          <a:endParaRPr lang="fr-FR"/>
        </a:p>
      </dgm:t>
    </dgm:pt>
    <dgm:pt modelId="{1223CE24-9406-44CA-A9D9-03FF5B5B4F85}">
      <dgm:prSet phldrT="[Texte]" phldr="0"/>
      <dgm:spPr/>
      <dgm:t>
        <a:bodyPr/>
        <a:lstStyle/>
        <a:p>
          <a:r>
            <a:rPr lang="fr-FR" dirty="0"/>
            <a:t>S6</a:t>
          </a:r>
        </a:p>
      </dgm:t>
    </dgm:pt>
    <dgm:pt modelId="{B5EE47F2-23C0-4874-ACF9-5D5BE5C6CF52}" type="sibTrans" cxnId="{6F5A3313-001B-4343-A4A9-2517B6545DFB}">
      <dgm:prSet/>
      <dgm:spPr/>
      <dgm:t>
        <a:bodyPr/>
        <a:lstStyle/>
        <a:p>
          <a:endParaRPr lang="fr-FR"/>
        </a:p>
      </dgm:t>
    </dgm:pt>
    <dgm:pt modelId="{5A1F8F92-E77C-4697-B941-15F087191272}" type="parTrans" cxnId="{6F5A3313-001B-4343-A4A9-2517B6545DFB}">
      <dgm:prSet/>
      <dgm:spPr/>
      <dgm:t>
        <a:bodyPr/>
        <a:lstStyle/>
        <a:p>
          <a:endParaRPr lang="fr-FR"/>
        </a:p>
      </dgm:t>
    </dgm:pt>
    <dgm:pt modelId="{B8DB3D06-C1BC-456C-996C-4D24F7F26DCE}">
      <dgm:prSet phldrT="[Texte]" phldr="0"/>
      <dgm:spPr/>
      <dgm:t>
        <a:bodyPr/>
        <a:lstStyle/>
        <a:p>
          <a:r>
            <a:rPr lang="fr-FR" dirty="0"/>
            <a:t>Construire les ouvrages de demain </a:t>
          </a:r>
        </a:p>
      </dgm:t>
    </dgm:pt>
    <dgm:pt modelId="{8B2E4DE5-7681-48C5-AC00-1B14FD42988A}" type="sibTrans" cxnId="{97EEEF08-6723-46DD-A309-ADB42292FC22}">
      <dgm:prSet/>
      <dgm:spPr/>
      <dgm:t>
        <a:bodyPr/>
        <a:lstStyle/>
        <a:p>
          <a:endParaRPr lang="fr-FR"/>
        </a:p>
      </dgm:t>
    </dgm:pt>
    <dgm:pt modelId="{7CC00AA8-68C6-41DE-B66B-D20F21AF3D5D}" type="parTrans" cxnId="{97EEEF08-6723-46DD-A309-ADB42292FC22}">
      <dgm:prSet/>
      <dgm:spPr/>
      <dgm:t>
        <a:bodyPr/>
        <a:lstStyle/>
        <a:p>
          <a:endParaRPr lang="fr-FR"/>
        </a:p>
      </dgm:t>
    </dgm:pt>
    <dgm:pt modelId="{E16D189C-1FE3-406E-A6DB-E90363005BEB}">
      <dgm:prSet phldrT="[Texte]" phldr="0"/>
      <dgm:spPr/>
      <dgm:t>
        <a:bodyPr/>
        <a:lstStyle/>
        <a:p>
          <a:r>
            <a:rPr lang="fr-FR" dirty="0"/>
            <a:t>3 semaines</a:t>
          </a:r>
        </a:p>
      </dgm:t>
    </dgm:pt>
    <dgm:pt modelId="{E9BEA929-A77A-424B-AE52-AE3350AB429F}" type="sibTrans" cxnId="{62C7E251-1984-4402-BED6-B64141E35EB2}">
      <dgm:prSet/>
      <dgm:spPr/>
      <dgm:t>
        <a:bodyPr/>
        <a:lstStyle/>
        <a:p>
          <a:endParaRPr lang="fr-FR"/>
        </a:p>
      </dgm:t>
    </dgm:pt>
    <dgm:pt modelId="{0434084F-349C-4465-BAE7-B054E640D8BB}" type="parTrans" cxnId="{62C7E251-1984-4402-BED6-B64141E35EB2}">
      <dgm:prSet/>
      <dgm:spPr/>
      <dgm:t>
        <a:bodyPr/>
        <a:lstStyle/>
        <a:p>
          <a:endParaRPr lang="fr-FR"/>
        </a:p>
      </dgm:t>
    </dgm:pt>
    <dgm:pt modelId="{4F5CA64F-4B76-49B4-9991-94C11B4B99A4}">
      <dgm:prSet phldrT="[Texte]" phldr="0"/>
      <dgm:spPr/>
      <dgm:t>
        <a:bodyPr/>
        <a:lstStyle/>
        <a:p>
          <a:r>
            <a:rPr lang="fr-FR" dirty="0"/>
            <a:t>S4</a:t>
          </a:r>
        </a:p>
      </dgm:t>
    </dgm:pt>
    <dgm:pt modelId="{8BFAB362-5157-41C1-A8B3-733095436032}" type="sibTrans" cxnId="{40F445E6-74A5-4FE5-B271-77268728F354}">
      <dgm:prSet/>
      <dgm:spPr/>
      <dgm:t>
        <a:bodyPr/>
        <a:lstStyle/>
        <a:p>
          <a:endParaRPr lang="fr-FR"/>
        </a:p>
      </dgm:t>
    </dgm:pt>
    <dgm:pt modelId="{3B157326-80EC-4923-9DE9-90C7B428F072}" type="parTrans" cxnId="{40F445E6-74A5-4FE5-B271-77268728F354}">
      <dgm:prSet/>
      <dgm:spPr/>
      <dgm:t>
        <a:bodyPr/>
        <a:lstStyle/>
        <a:p>
          <a:endParaRPr lang="fr-FR"/>
        </a:p>
      </dgm:t>
    </dgm:pt>
    <dgm:pt modelId="{AE11A456-C162-4BDF-B619-711D07BAEA34}">
      <dgm:prSet phldrT="[Texte]" phldr="0"/>
      <dgm:spPr/>
      <dgm:t>
        <a:bodyPr/>
        <a:lstStyle/>
        <a:p>
          <a:r>
            <a:rPr lang="fr-FR" dirty="0"/>
            <a:t>Favoriser la pratique sportive</a:t>
          </a:r>
        </a:p>
      </dgm:t>
    </dgm:pt>
    <dgm:pt modelId="{AF001B7B-C2FA-4C99-835D-F95BE8C5909E}" type="sibTrans" cxnId="{159260C6-8DAD-4369-A0B4-3E2AFCAD683E}">
      <dgm:prSet/>
      <dgm:spPr/>
      <dgm:t>
        <a:bodyPr/>
        <a:lstStyle/>
        <a:p>
          <a:endParaRPr lang="fr-FR"/>
        </a:p>
      </dgm:t>
    </dgm:pt>
    <dgm:pt modelId="{7CF6D012-0F57-439A-8A1D-2899F6776563}" type="parTrans" cxnId="{159260C6-8DAD-4369-A0B4-3E2AFCAD683E}">
      <dgm:prSet/>
      <dgm:spPr/>
      <dgm:t>
        <a:bodyPr/>
        <a:lstStyle/>
        <a:p>
          <a:endParaRPr lang="fr-FR"/>
        </a:p>
      </dgm:t>
    </dgm:pt>
    <dgm:pt modelId="{7869D072-757D-4B3D-A9CB-EA9B509E0758}">
      <dgm:prSet phldrT="[Texte]" phldr="0"/>
      <dgm:spPr/>
      <dgm:t>
        <a:bodyPr/>
        <a:lstStyle/>
        <a:p>
          <a:r>
            <a:rPr lang="fr-FR" dirty="0"/>
            <a:t>2 semaines</a:t>
          </a:r>
        </a:p>
      </dgm:t>
    </dgm:pt>
    <dgm:pt modelId="{6B20C559-0534-487F-803D-4BEAE0CBA60F}" type="sibTrans" cxnId="{DC6FE9DC-283D-47D1-9117-32E66B7A2289}">
      <dgm:prSet/>
      <dgm:spPr/>
      <dgm:t>
        <a:bodyPr/>
        <a:lstStyle/>
        <a:p>
          <a:endParaRPr lang="fr-FR"/>
        </a:p>
      </dgm:t>
    </dgm:pt>
    <dgm:pt modelId="{E0FA6C3B-D289-43A4-9F28-65347E939617}" type="parTrans" cxnId="{DC6FE9DC-283D-47D1-9117-32E66B7A2289}">
      <dgm:prSet/>
      <dgm:spPr/>
      <dgm:t>
        <a:bodyPr/>
        <a:lstStyle/>
        <a:p>
          <a:endParaRPr lang="fr-FR"/>
        </a:p>
      </dgm:t>
    </dgm:pt>
    <dgm:pt modelId="{7C9B5B57-0ADD-4EA6-A806-536ADB22A477}" type="pres">
      <dgm:prSet presAssocID="{36518FB3-F644-4136-B399-D6B5852DBB32}" presName="linearFlow" presStyleCnt="0">
        <dgm:presLayoutVars>
          <dgm:dir/>
          <dgm:animLvl val="lvl"/>
          <dgm:resizeHandles val="exact"/>
        </dgm:presLayoutVars>
      </dgm:prSet>
      <dgm:spPr/>
    </dgm:pt>
    <dgm:pt modelId="{72EA1662-F567-4F99-AC5B-B903AB15023F}" type="pres">
      <dgm:prSet presAssocID="{4F5CA64F-4B76-49B4-9991-94C11B4B99A4}" presName="composite" presStyleCnt="0"/>
      <dgm:spPr/>
    </dgm:pt>
    <dgm:pt modelId="{C0DDC809-C131-4B59-B1BB-E5CD34332161}" type="pres">
      <dgm:prSet presAssocID="{4F5CA64F-4B76-49B4-9991-94C11B4B99A4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85F9390-21C1-4E32-B444-C2BC39C13BEC}" type="pres">
      <dgm:prSet presAssocID="{4F5CA64F-4B76-49B4-9991-94C11B4B99A4}" presName="descendantText" presStyleLbl="alignAcc1" presStyleIdx="0" presStyleCnt="3">
        <dgm:presLayoutVars>
          <dgm:bulletEnabled val="1"/>
        </dgm:presLayoutVars>
      </dgm:prSet>
      <dgm:spPr/>
    </dgm:pt>
    <dgm:pt modelId="{C7CEF7F0-3EBD-4561-935B-08623E3E427D}" type="pres">
      <dgm:prSet presAssocID="{8BFAB362-5157-41C1-A8B3-733095436032}" presName="sp" presStyleCnt="0"/>
      <dgm:spPr/>
    </dgm:pt>
    <dgm:pt modelId="{853F66BD-D49B-4AD9-A016-C0CFAE8EDCB3}" type="pres">
      <dgm:prSet presAssocID="{0D911206-7D0A-46D6-B9F6-C47E110FD5FD}" presName="composite" presStyleCnt="0"/>
      <dgm:spPr/>
    </dgm:pt>
    <dgm:pt modelId="{777E1302-15E6-47F6-A711-482ACE0EE64F}" type="pres">
      <dgm:prSet presAssocID="{0D911206-7D0A-46D6-B9F6-C47E110FD5F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E271F26D-BF30-4C4A-8905-8F17D7FD65BA}" type="pres">
      <dgm:prSet presAssocID="{0D911206-7D0A-46D6-B9F6-C47E110FD5FD}" presName="descendantText" presStyleLbl="alignAcc1" presStyleIdx="1" presStyleCnt="3">
        <dgm:presLayoutVars>
          <dgm:bulletEnabled val="1"/>
        </dgm:presLayoutVars>
      </dgm:prSet>
      <dgm:spPr/>
    </dgm:pt>
    <dgm:pt modelId="{F25A54FB-4333-4C37-8FA0-9F5E69F4A29E}" type="pres">
      <dgm:prSet presAssocID="{2A0825AB-0C0D-4431-8E78-9CBFC4FFBBDF}" presName="sp" presStyleCnt="0"/>
      <dgm:spPr/>
    </dgm:pt>
    <dgm:pt modelId="{E8BBA540-D4AE-472A-8C05-2414B1E11D98}" type="pres">
      <dgm:prSet presAssocID="{1223CE24-9406-44CA-A9D9-03FF5B5B4F85}" presName="composite" presStyleCnt="0"/>
      <dgm:spPr/>
    </dgm:pt>
    <dgm:pt modelId="{A105E0B4-B3AE-4F00-B439-924F97E28F13}" type="pres">
      <dgm:prSet presAssocID="{1223CE24-9406-44CA-A9D9-03FF5B5B4F8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CB78964-7A35-44B5-A5AA-46F282648E7F}" type="pres">
      <dgm:prSet presAssocID="{1223CE24-9406-44CA-A9D9-03FF5B5B4F8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7EEEF08-6723-46DD-A309-ADB42292FC22}" srcId="{1223CE24-9406-44CA-A9D9-03FF5B5B4F85}" destId="{B8DB3D06-C1BC-456C-996C-4D24F7F26DCE}" srcOrd="0" destOrd="0" parTransId="{7CC00AA8-68C6-41DE-B66B-D20F21AF3D5D}" sibTransId="{8B2E4DE5-7681-48C5-AC00-1B14FD42988A}"/>
    <dgm:cxn modelId="{02C0AB0A-AD0E-45E8-9096-7E88E221BDE9}" type="presOf" srcId="{AE11A456-C162-4BDF-B619-711D07BAEA34}" destId="{985F9390-21C1-4E32-B444-C2BC39C13BEC}" srcOrd="0" destOrd="0" presId="urn:microsoft.com/office/officeart/2005/8/layout/chevron2"/>
    <dgm:cxn modelId="{6F5A3313-001B-4343-A4A9-2517B6545DFB}" srcId="{36518FB3-F644-4136-B399-D6B5852DBB32}" destId="{1223CE24-9406-44CA-A9D9-03FF5B5B4F85}" srcOrd="2" destOrd="0" parTransId="{5A1F8F92-E77C-4697-B941-15F087191272}" sibTransId="{B5EE47F2-23C0-4874-ACF9-5D5BE5C6CF52}"/>
    <dgm:cxn modelId="{39D9013F-B00E-4C80-91A6-BDD60A5DA2CE}" type="presOf" srcId="{0D911206-7D0A-46D6-B9F6-C47E110FD5FD}" destId="{777E1302-15E6-47F6-A711-482ACE0EE64F}" srcOrd="0" destOrd="0" presId="urn:microsoft.com/office/officeart/2005/8/layout/chevron2"/>
    <dgm:cxn modelId="{00BAE26C-324D-42E4-891E-84ECABC9E4B2}" type="presOf" srcId="{1223CE24-9406-44CA-A9D9-03FF5B5B4F85}" destId="{A105E0B4-B3AE-4F00-B439-924F97E28F13}" srcOrd="0" destOrd="0" presId="urn:microsoft.com/office/officeart/2005/8/layout/chevron2"/>
    <dgm:cxn modelId="{62C7E251-1984-4402-BED6-B64141E35EB2}" srcId="{1223CE24-9406-44CA-A9D9-03FF5B5B4F85}" destId="{E16D189C-1FE3-406E-A6DB-E90363005BEB}" srcOrd="1" destOrd="0" parTransId="{0434084F-349C-4465-BAE7-B054E640D8BB}" sibTransId="{E9BEA929-A77A-424B-AE52-AE3350AB429F}"/>
    <dgm:cxn modelId="{D95F0158-F54E-49D9-8692-94CD90CE2D31}" type="presOf" srcId="{36518FB3-F644-4136-B399-D6B5852DBB32}" destId="{7C9B5B57-0ADD-4EA6-A806-536ADB22A477}" srcOrd="0" destOrd="0" presId="urn:microsoft.com/office/officeart/2005/8/layout/chevron2"/>
    <dgm:cxn modelId="{36DF9D7D-F2EB-4562-8F5B-D4310C014E0C}" type="presOf" srcId="{E16D189C-1FE3-406E-A6DB-E90363005BEB}" destId="{1CB78964-7A35-44B5-A5AA-46F282648E7F}" srcOrd="0" destOrd="1" presId="urn:microsoft.com/office/officeart/2005/8/layout/chevron2"/>
    <dgm:cxn modelId="{6387F39A-5403-49BE-BB99-CC5DD02AA1E7}" type="presOf" srcId="{E4A2DE53-A0DD-4C02-81F1-58ADB34979C9}" destId="{E271F26D-BF30-4C4A-8905-8F17D7FD65BA}" srcOrd="0" destOrd="0" presId="urn:microsoft.com/office/officeart/2005/8/layout/chevron2"/>
    <dgm:cxn modelId="{A64B09B8-B604-4829-84A3-3A403B4FAD0F}" srcId="{0D911206-7D0A-46D6-B9F6-C47E110FD5FD}" destId="{9D9478FF-DAC7-4FBE-A157-5A0FC52D1FD3}" srcOrd="1" destOrd="0" parTransId="{5CE6312B-BFBD-410E-9733-6D68B1CFF15D}" sibTransId="{B3F4E3CD-8977-4277-8A18-47099C9493D9}"/>
    <dgm:cxn modelId="{9DC4AABD-2427-49AE-982E-5141B3D05640}" type="presOf" srcId="{9D9478FF-DAC7-4FBE-A157-5A0FC52D1FD3}" destId="{E271F26D-BF30-4C4A-8905-8F17D7FD65BA}" srcOrd="0" destOrd="1" presId="urn:microsoft.com/office/officeart/2005/8/layout/chevron2"/>
    <dgm:cxn modelId="{159260C6-8DAD-4369-A0B4-3E2AFCAD683E}" srcId="{4F5CA64F-4B76-49B4-9991-94C11B4B99A4}" destId="{AE11A456-C162-4BDF-B619-711D07BAEA34}" srcOrd="0" destOrd="0" parTransId="{7CF6D012-0F57-439A-8A1D-2899F6776563}" sibTransId="{AF001B7B-C2FA-4C99-835D-F95BE8C5909E}"/>
    <dgm:cxn modelId="{D30060C8-2ECA-4304-896D-D2298A4B1CB6}" type="presOf" srcId="{B8DB3D06-C1BC-456C-996C-4D24F7F26DCE}" destId="{1CB78964-7A35-44B5-A5AA-46F282648E7F}" srcOrd="0" destOrd="0" presId="urn:microsoft.com/office/officeart/2005/8/layout/chevron2"/>
    <dgm:cxn modelId="{8739D2C8-3832-498F-94CA-534334EF6B21}" srcId="{36518FB3-F644-4136-B399-D6B5852DBB32}" destId="{0D911206-7D0A-46D6-B9F6-C47E110FD5FD}" srcOrd="1" destOrd="0" parTransId="{4F70E503-B3FA-4224-A6EC-3BA86CC1A138}" sibTransId="{2A0825AB-0C0D-4431-8E78-9CBFC4FFBBDF}"/>
    <dgm:cxn modelId="{43F876CA-A2BF-4604-91CE-77C1E218EF5D}" srcId="{0D911206-7D0A-46D6-B9F6-C47E110FD5FD}" destId="{E4A2DE53-A0DD-4C02-81F1-58ADB34979C9}" srcOrd="0" destOrd="0" parTransId="{CC7812C7-4799-4208-8CC7-2A26D64AED7C}" sibTransId="{3EB6AA2E-69AC-480B-BF60-8C5E23D7317C}"/>
    <dgm:cxn modelId="{DC6FE9DC-283D-47D1-9117-32E66B7A2289}" srcId="{4F5CA64F-4B76-49B4-9991-94C11B4B99A4}" destId="{7869D072-757D-4B3D-A9CB-EA9B509E0758}" srcOrd="1" destOrd="0" parTransId="{E0FA6C3B-D289-43A4-9F28-65347E939617}" sibTransId="{6B20C559-0534-487F-803D-4BEAE0CBA60F}"/>
    <dgm:cxn modelId="{40F445E6-74A5-4FE5-B271-77268728F354}" srcId="{36518FB3-F644-4136-B399-D6B5852DBB32}" destId="{4F5CA64F-4B76-49B4-9991-94C11B4B99A4}" srcOrd="0" destOrd="0" parTransId="{3B157326-80EC-4923-9DE9-90C7B428F072}" sibTransId="{8BFAB362-5157-41C1-A8B3-733095436032}"/>
    <dgm:cxn modelId="{E54FCEF3-7CC3-437F-8C15-231BCB8C421D}" type="presOf" srcId="{4F5CA64F-4B76-49B4-9991-94C11B4B99A4}" destId="{C0DDC809-C131-4B59-B1BB-E5CD34332161}" srcOrd="0" destOrd="0" presId="urn:microsoft.com/office/officeart/2005/8/layout/chevron2"/>
    <dgm:cxn modelId="{4C1328FE-C530-4580-AB90-63A997643479}" type="presOf" srcId="{7869D072-757D-4B3D-A9CB-EA9B509E0758}" destId="{985F9390-21C1-4E32-B444-C2BC39C13BEC}" srcOrd="0" destOrd="1" presId="urn:microsoft.com/office/officeart/2005/8/layout/chevron2"/>
    <dgm:cxn modelId="{F7099297-BB29-4437-A6D1-131CEE318098}" type="presParOf" srcId="{7C9B5B57-0ADD-4EA6-A806-536ADB22A477}" destId="{72EA1662-F567-4F99-AC5B-B903AB15023F}" srcOrd="0" destOrd="0" presId="urn:microsoft.com/office/officeart/2005/8/layout/chevron2"/>
    <dgm:cxn modelId="{695780CD-1ACB-4211-B754-485BF489CD55}" type="presParOf" srcId="{72EA1662-F567-4F99-AC5B-B903AB15023F}" destId="{C0DDC809-C131-4B59-B1BB-E5CD34332161}" srcOrd="0" destOrd="0" presId="urn:microsoft.com/office/officeart/2005/8/layout/chevron2"/>
    <dgm:cxn modelId="{B920A780-41EB-4199-955B-49038A4FA35D}" type="presParOf" srcId="{72EA1662-F567-4F99-AC5B-B903AB15023F}" destId="{985F9390-21C1-4E32-B444-C2BC39C13BEC}" srcOrd="1" destOrd="0" presId="urn:microsoft.com/office/officeart/2005/8/layout/chevron2"/>
    <dgm:cxn modelId="{DDE4DF7A-6C21-49B8-9E7A-068386164F88}" type="presParOf" srcId="{7C9B5B57-0ADD-4EA6-A806-536ADB22A477}" destId="{C7CEF7F0-3EBD-4561-935B-08623E3E427D}" srcOrd="1" destOrd="0" presId="urn:microsoft.com/office/officeart/2005/8/layout/chevron2"/>
    <dgm:cxn modelId="{22834DF2-D1C4-4278-BDB3-A6B0A2320A29}" type="presParOf" srcId="{7C9B5B57-0ADD-4EA6-A806-536ADB22A477}" destId="{853F66BD-D49B-4AD9-A016-C0CFAE8EDCB3}" srcOrd="2" destOrd="0" presId="urn:microsoft.com/office/officeart/2005/8/layout/chevron2"/>
    <dgm:cxn modelId="{AF46833A-57B1-48E1-A3EC-3029914DDDEB}" type="presParOf" srcId="{853F66BD-D49B-4AD9-A016-C0CFAE8EDCB3}" destId="{777E1302-15E6-47F6-A711-482ACE0EE64F}" srcOrd="0" destOrd="0" presId="urn:microsoft.com/office/officeart/2005/8/layout/chevron2"/>
    <dgm:cxn modelId="{027595B7-FD27-4C81-BCA9-4F9CF74F3A5C}" type="presParOf" srcId="{853F66BD-D49B-4AD9-A016-C0CFAE8EDCB3}" destId="{E271F26D-BF30-4C4A-8905-8F17D7FD65BA}" srcOrd="1" destOrd="0" presId="urn:microsoft.com/office/officeart/2005/8/layout/chevron2"/>
    <dgm:cxn modelId="{ADBAD6CB-58F0-4388-A629-1DF3DEB44EBC}" type="presParOf" srcId="{7C9B5B57-0ADD-4EA6-A806-536ADB22A477}" destId="{F25A54FB-4333-4C37-8FA0-9F5E69F4A29E}" srcOrd="3" destOrd="0" presId="urn:microsoft.com/office/officeart/2005/8/layout/chevron2"/>
    <dgm:cxn modelId="{FA74F6F0-88D0-4B92-B270-80F8DA34EF6C}" type="presParOf" srcId="{7C9B5B57-0ADD-4EA6-A806-536ADB22A477}" destId="{E8BBA540-D4AE-472A-8C05-2414B1E11D98}" srcOrd="4" destOrd="0" presId="urn:microsoft.com/office/officeart/2005/8/layout/chevron2"/>
    <dgm:cxn modelId="{0369F588-185B-4444-8582-4B1EB192F310}" type="presParOf" srcId="{E8BBA540-D4AE-472A-8C05-2414B1E11D98}" destId="{A105E0B4-B3AE-4F00-B439-924F97E28F13}" srcOrd="0" destOrd="0" presId="urn:microsoft.com/office/officeart/2005/8/layout/chevron2"/>
    <dgm:cxn modelId="{6E378563-2AD7-4407-8919-DE6C655B5690}" type="presParOf" srcId="{E8BBA540-D4AE-472A-8C05-2414B1E11D98}" destId="{1CB78964-7A35-44B5-A5AA-46F282648E7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585913-5F54-47C8-B11D-FC878080ED10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16C07EC-2C94-4D24-8F7D-6DFDDA56D8D7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 – 1h</a:t>
          </a:r>
        </a:p>
        <a:p>
          <a:pPr>
            <a:defRPr b="1"/>
          </a:pPr>
          <a:r>
            <a:rPr lang="fr-FR" dirty="0"/>
            <a:t>AP / TC </a:t>
          </a:r>
        </a:p>
      </dgm:t>
    </dgm:pt>
    <dgm:pt modelId="{5D661184-6C3A-4B63-B963-45ED42E68D72}" type="parTrans" cxnId="{F85EE2F7-A5A2-49ED-A3A4-6B4245F90CB1}">
      <dgm:prSet/>
      <dgm:spPr/>
      <dgm:t>
        <a:bodyPr/>
        <a:lstStyle/>
        <a:p>
          <a:endParaRPr lang="fr-FR"/>
        </a:p>
      </dgm:t>
    </dgm:pt>
    <dgm:pt modelId="{714EDAD7-F71D-454B-B6B8-A1747A663A4D}" type="sibTrans" cxnId="{F85EE2F7-A5A2-49ED-A3A4-6B4245F90CB1}">
      <dgm:prSet/>
      <dgm:spPr/>
      <dgm:t>
        <a:bodyPr/>
        <a:lstStyle/>
        <a:p>
          <a:endParaRPr lang="fr-FR"/>
        </a:p>
      </dgm:t>
    </dgm:pt>
    <dgm:pt modelId="{B0B41D33-C596-4103-B572-9B832BB51194}">
      <dgm:prSet phldrT="[Texte]" phldr="0"/>
      <dgm:spPr/>
      <dgm:t>
        <a:bodyPr/>
        <a:lstStyle/>
        <a:p>
          <a:r>
            <a:rPr lang="fr-FR" dirty="0"/>
            <a:t>- Évaluation diagnostique sur la chaine d’information</a:t>
          </a:r>
        </a:p>
        <a:p>
          <a:r>
            <a:rPr lang="fr-FR" dirty="0"/>
            <a:t>- Activité avec des capteurs</a:t>
          </a:r>
        </a:p>
      </dgm:t>
    </dgm:pt>
    <dgm:pt modelId="{02425F6B-47DF-456A-88EC-CDD05CACBC3B}" type="parTrans" cxnId="{80E2C785-4360-47FF-8FD8-96C23B76B7C5}">
      <dgm:prSet/>
      <dgm:spPr/>
      <dgm:t>
        <a:bodyPr/>
        <a:lstStyle/>
        <a:p>
          <a:endParaRPr lang="fr-FR"/>
        </a:p>
      </dgm:t>
    </dgm:pt>
    <dgm:pt modelId="{C2ABB4DD-114C-4C1B-A9D0-FF9536F1B25F}" type="sibTrans" cxnId="{80E2C785-4360-47FF-8FD8-96C23B76B7C5}">
      <dgm:prSet/>
      <dgm:spPr/>
      <dgm:t>
        <a:bodyPr/>
        <a:lstStyle/>
        <a:p>
          <a:endParaRPr lang="fr-FR"/>
        </a:p>
      </dgm:t>
    </dgm:pt>
    <dgm:pt modelId="{408A50FC-B963-4D64-8169-93FDF1A46532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S2 – 1h</a:t>
          </a:r>
        </a:p>
        <a:p>
          <a:pPr>
            <a:defRPr b="1"/>
          </a:pPr>
          <a:r>
            <a:rPr lang="fr-FR" dirty="0"/>
            <a:t>CE / TC </a:t>
          </a:r>
        </a:p>
      </dgm:t>
    </dgm:pt>
    <dgm:pt modelId="{1B27A9CB-219F-43CE-9B8C-4FF9178B6539}" type="parTrans" cxnId="{A7537572-34A6-4E5B-B7A1-9CF5B19DFE8D}">
      <dgm:prSet/>
      <dgm:spPr/>
      <dgm:t>
        <a:bodyPr/>
        <a:lstStyle/>
        <a:p>
          <a:endParaRPr lang="fr-FR"/>
        </a:p>
      </dgm:t>
    </dgm:pt>
    <dgm:pt modelId="{6418B7E5-F1C0-4B70-8D3C-5ADF0D66F9C6}" type="sibTrans" cxnId="{A7537572-34A6-4E5B-B7A1-9CF5B19DFE8D}">
      <dgm:prSet/>
      <dgm:spPr/>
      <dgm:t>
        <a:bodyPr/>
        <a:lstStyle/>
        <a:p>
          <a:endParaRPr lang="fr-FR"/>
        </a:p>
      </dgm:t>
    </dgm:pt>
    <dgm:pt modelId="{92D96BA0-892E-4C9D-9CAA-4789C0781970}">
      <dgm:prSet phldrT="[Texte]" phldr="0"/>
      <dgm:spPr/>
      <dgm:t>
        <a:bodyPr/>
        <a:lstStyle/>
        <a:p>
          <a:r>
            <a:rPr lang="fr-FR" dirty="0"/>
            <a:t>- Institutionnaliser les notions vues précédemment</a:t>
          </a:r>
        </a:p>
        <a:p>
          <a:r>
            <a:rPr lang="fr-FR" dirty="0"/>
            <a:t>- Rappels actifs sur les capteurs</a:t>
          </a:r>
        </a:p>
      </dgm:t>
    </dgm:pt>
    <dgm:pt modelId="{2CF06133-3115-496B-B263-207DA9F626E9}" type="parTrans" cxnId="{FB0F670F-A427-47A6-B330-D51E4621CE5F}">
      <dgm:prSet/>
      <dgm:spPr/>
      <dgm:t>
        <a:bodyPr/>
        <a:lstStyle/>
        <a:p>
          <a:endParaRPr lang="fr-FR"/>
        </a:p>
      </dgm:t>
    </dgm:pt>
    <dgm:pt modelId="{3B847087-06D7-4F32-BEFF-8F9EFF4552CB}" type="sibTrans" cxnId="{FB0F670F-A427-47A6-B330-D51E4621CE5F}">
      <dgm:prSet/>
      <dgm:spPr/>
      <dgm:t>
        <a:bodyPr/>
        <a:lstStyle/>
        <a:p>
          <a:endParaRPr lang="fr-FR"/>
        </a:p>
      </dgm:t>
    </dgm:pt>
    <dgm:pt modelId="{58F58F15-031B-4287-A416-31A9EC990F2E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S3 – 1h</a:t>
          </a:r>
        </a:p>
        <a:p>
          <a:pPr>
            <a:defRPr b="1"/>
          </a:pPr>
          <a:r>
            <a:rPr lang="fr-FR" dirty="0"/>
            <a:t>CE / ETLV</a:t>
          </a:r>
        </a:p>
      </dgm:t>
    </dgm:pt>
    <dgm:pt modelId="{13E87ACC-0B88-47E5-B500-DC74CEFCB5CD}" type="parTrans" cxnId="{ED7E1F15-8E70-45CB-A32B-84A2646D94A2}">
      <dgm:prSet/>
      <dgm:spPr/>
      <dgm:t>
        <a:bodyPr/>
        <a:lstStyle/>
        <a:p>
          <a:endParaRPr lang="fr-FR"/>
        </a:p>
      </dgm:t>
    </dgm:pt>
    <dgm:pt modelId="{BC8A4A7F-D3EE-4C40-8F52-D5BF3AAEEF10}" type="sibTrans" cxnId="{ED7E1F15-8E70-45CB-A32B-84A2646D94A2}">
      <dgm:prSet/>
      <dgm:spPr/>
      <dgm:t>
        <a:bodyPr/>
        <a:lstStyle/>
        <a:p>
          <a:endParaRPr lang="fr-FR"/>
        </a:p>
      </dgm:t>
    </dgm:pt>
    <dgm:pt modelId="{0AC124AD-5ED0-44A6-8291-A6FC7BE4B1F3}">
      <dgm:prSet phldrT="[Texte]" phldr="0"/>
      <dgm:spPr/>
      <dgm:t>
        <a:bodyPr/>
        <a:lstStyle/>
        <a:p>
          <a:r>
            <a:rPr lang="fr-FR" dirty="0"/>
            <a:t>Introduire le contexte en expliquant un extrait d’article scientifique</a:t>
          </a:r>
        </a:p>
      </dgm:t>
    </dgm:pt>
    <dgm:pt modelId="{2556AEB1-6140-4F3E-8793-B3E0B83C8161}" type="parTrans" cxnId="{74DC9AE3-7E4F-4E2D-BC88-9CAFBAD248F4}">
      <dgm:prSet/>
      <dgm:spPr/>
      <dgm:t>
        <a:bodyPr/>
        <a:lstStyle/>
        <a:p>
          <a:endParaRPr lang="fr-FR"/>
        </a:p>
      </dgm:t>
    </dgm:pt>
    <dgm:pt modelId="{BD564CC5-2B67-489E-BE14-9248C6B624BB}" type="sibTrans" cxnId="{74DC9AE3-7E4F-4E2D-BC88-9CAFBAD248F4}">
      <dgm:prSet/>
      <dgm:spPr/>
      <dgm:t>
        <a:bodyPr/>
        <a:lstStyle/>
        <a:p>
          <a:endParaRPr lang="fr-FR"/>
        </a:p>
      </dgm:t>
    </dgm:pt>
    <dgm:pt modelId="{AD13EFE4-42FA-407A-97CC-F5DA0439C846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S4 – 3h</a:t>
          </a:r>
        </a:p>
        <a:p>
          <a:pPr>
            <a:defRPr b="1"/>
          </a:pPr>
          <a:r>
            <a:rPr lang="fr-FR" dirty="0"/>
            <a:t>AP / SPE</a:t>
          </a:r>
        </a:p>
      </dgm:t>
    </dgm:pt>
    <dgm:pt modelId="{166ECA04-4A9E-47A8-8802-717D16E3E165}" type="parTrans" cxnId="{A04DEC2A-9905-4746-9C56-E63B8F2D985A}">
      <dgm:prSet/>
      <dgm:spPr/>
      <dgm:t>
        <a:bodyPr/>
        <a:lstStyle/>
        <a:p>
          <a:endParaRPr lang="fr-FR"/>
        </a:p>
      </dgm:t>
    </dgm:pt>
    <dgm:pt modelId="{EA8224CA-D53B-4E27-B678-1D1D18FDB972}" type="sibTrans" cxnId="{A04DEC2A-9905-4746-9C56-E63B8F2D985A}">
      <dgm:prSet/>
      <dgm:spPr/>
      <dgm:t>
        <a:bodyPr/>
        <a:lstStyle/>
        <a:p>
          <a:endParaRPr lang="fr-FR"/>
        </a:p>
      </dgm:t>
    </dgm:pt>
    <dgm:pt modelId="{A9B34012-8F43-4747-91A7-00E0E299D311}">
      <dgm:prSet phldrT="[Texte]" phldr="0"/>
      <dgm:spPr/>
      <dgm:t>
        <a:bodyPr/>
        <a:lstStyle/>
        <a:p>
          <a:r>
            <a:rPr lang="fr-FR" dirty="0"/>
            <a:t>- Étude des supports de transmission</a:t>
          </a:r>
        </a:p>
        <a:p>
          <a:r>
            <a:rPr lang="fr-FR" dirty="0"/>
            <a:t>- Modélisation de réseau sur </a:t>
          </a:r>
          <a:r>
            <a:rPr lang="fr-FR" i="1" dirty="0"/>
            <a:t>CPT</a:t>
          </a:r>
          <a:r>
            <a:rPr lang="fr-FR" dirty="0"/>
            <a:t> </a:t>
          </a:r>
        </a:p>
      </dgm:t>
    </dgm:pt>
    <dgm:pt modelId="{B191CED2-8264-428E-B1A4-BE43D7B67CAA}" type="parTrans" cxnId="{77BDAF7E-625F-400B-8AC5-C98D3969F228}">
      <dgm:prSet/>
      <dgm:spPr/>
      <dgm:t>
        <a:bodyPr/>
        <a:lstStyle/>
        <a:p>
          <a:endParaRPr lang="fr-FR"/>
        </a:p>
      </dgm:t>
    </dgm:pt>
    <dgm:pt modelId="{BA1B8783-F4A3-44C8-B1A3-4995EA37CCA5}" type="sibTrans" cxnId="{77BDAF7E-625F-400B-8AC5-C98D3969F228}">
      <dgm:prSet/>
      <dgm:spPr/>
      <dgm:t>
        <a:bodyPr/>
        <a:lstStyle/>
        <a:p>
          <a:endParaRPr lang="fr-FR"/>
        </a:p>
      </dgm:t>
    </dgm:pt>
    <dgm:pt modelId="{C1CA8FA7-214E-4089-95A1-E03B821F5CBA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S5 – 1h30</a:t>
          </a:r>
        </a:p>
        <a:p>
          <a:pPr>
            <a:defRPr b="1"/>
          </a:pPr>
          <a:r>
            <a:rPr lang="fr-FR" dirty="0"/>
            <a:t>CE / SPE</a:t>
          </a:r>
        </a:p>
      </dgm:t>
    </dgm:pt>
    <dgm:pt modelId="{D7FCD671-81B0-4B18-8782-2FD23EFF1F86}" type="parTrans" cxnId="{E530C295-2828-4910-89C3-49EFDE88D54B}">
      <dgm:prSet/>
      <dgm:spPr/>
      <dgm:t>
        <a:bodyPr/>
        <a:lstStyle/>
        <a:p>
          <a:endParaRPr lang="fr-FR"/>
        </a:p>
      </dgm:t>
    </dgm:pt>
    <dgm:pt modelId="{3E8E9D8A-8259-416F-AA33-8EC884B69BC4}" type="sibTrans" cxnId="{E530C295-2828-4910-89C3-49EFDE88D54B}">
      <dgm:prSet/>
      <dgm:spPr/>
      <dgm:t>
        <a:bodyPr/>
        <a:lstStyle/>
        <a:p>
          <a:endParaRPr lang="fr-FR"/>
        </a:p>
      </dgm:t>
    </dgm:pt>
    <dgm:pt modelId="{2B7DDB68-366B-40C5-AE2E-E6D857AFEA61}">
      <dgm:prSet phldrT="[Texte]" phldr="0"/>
      <dgm:spPr/>
      <dgm:t>
        <a:bodyPr/>
        <a:lstStyle/>
        <a:p>
          <a:r>
            <a:rPr lang="fr-FR" dirty="0"/>
            <a:t>- Institutionnalisation des connaissances</a:t>
          </a:r>
        </a:p>
        <a:p>
          <a:r>
            <a:rPr lang="fr-FR" dirty="0"/>
            <a:t>- Préparation d’un cours</a:t>
          </a:r>
        </a:p>
      </dgm:t>
    </dgm:pt>
    <dgm:pt modelId="{0C858338-DE41-44B6-8BC0-2A6E16A098EB}" type="parTrans" cxnId="{22EE9D75-1233-4D7F-9ABA-6BF60AF166FC}">
      <dgm:prSet/>
      <dgm:spPr/>
      <dgm:t>
        <a:bodyPr/>
        <a:lstStyle/>
        <a:p>
          <a:endParaRPr lang="fr-FR"/>
        </a:p>
      </dgm:t>
    </dgm:pt>
    <dgm:pt modelId="{2CAB56B7-EE89-48A3-AEAA-58175EEB1A7A}" type="sibTrans" cxnId="{22EE9D75-1233-4D7F-9ABA-6BF60AF166FC}">
      <dgm:prSet/>
      <dgm:spPr/>
      <dgm:t>
        <a:bodyPr/>
        <a:lstStyle/>
        <a:p>
          <a:endParaRPr lang="fr-FR"/>
        </a:p>
      </dgm:t>
    </dgm:pt>
    <dgm:pt modelId="{ACD39856-9275-47B9-8859-291E9758A2CB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S6 – 1h</a:t>
          </a:r>
        </a:p>
        <a:p>
          <a:pPr>
            <a:defRPr b="1"/>
          </a:pPr>
          <a:r>
            <a:rPr lang="fr-FR" dirty="0"/>
            <a:t>AP / TC / 1h</a:t>
          </a:r>
        </a:p>
      </dgm:t>
    </dgm:pt>
    <dgm:pt modelId="{8559DFB6-D84F-490A-A58D-E8B6FF83CFCE}" type="parTrans" cxnId="{E91BCC48-737B-4928-B5F9-6C2A67308504}">
      <dgm:prSet/>
      <dgm:spPr/>
      <dgm:t>
        <a:bodyPr/>
        <a:lstStyle/>
        <a:p>
          <a:endParaRPr lang="fr-FR"/>
        </a:p>
      </dgm:t>
    </dgm:pt>
    <dgm:pt modelId="{09FDE3CE-B3D8-4BFC-ABEC-B46418093277}" type="sibTrans" cxnId="{E91BCC48-737B-4928-B5F9-6C2A67308504}">
      <dgm:prSet/>
      <dgm:spPr/>
      <dgm:t>
        <a:bodyPr/>
        <a:lstStyle/>
        <a:p>
          <a:endParaRPr lang="fr-FR"/>
        </a:p>
      </dgm:t>
    </dgm:pt>
    <dgm:pt modelId="{E342089E-0C63-463F-AEE7-F18BA32DCC1B}">
      <dgm:prSet phldrT="[Texte]" phldr="0"/>
      <dgm:spPr/>
      <dgm:t>
        <a:bodyPr/>
        <a:lstStyle/>
        <a:p>
          <a:r>
            <a:rPr lang="fr-FR" dirty="0"/>
            <a:t>- Serious </a:t>
          </a:r>
          <a:r>
            <a:rPr lang="fr-FR" dirty="0" err="1"/>
            <a:t>game</a:t>
          </a:r>
          <a:r>
            <a:rPr lang="fr-FR" dirty="0"/>
            <a:t> sur le modèle OSI</a:t>
          </a:r>
        </a:p>
        <a:p>
          <a:r>
            <a:rPr lang="fr-FR" dirty="0"/>
            <a:t>- Construction de trame</a:t>
          </a:r>
        </a:p>
      </dgm:t>
    </dgm:pt>
    <dgm:pt modelId="{9CBFDA36-4DAA-4D91-9310-416A525E88A1}" type="parTrans" cxnId="{03D2B7FA-7C7B-458D-8275-5D8D261F5997}">
      <dgm:prSet/>
      <dgm:spPr/>
      <dgm:t>
        <a:bodyPr/>
        <a:lstStyle/>
        <a:p>
          <a:endParaRPr lang="fr-FR"/>
        </a:p>
      </dgm:t>
    </dgm:pt>
    <dgm:pt modelId="{63D3F4C7-A573-4C98-9EAB-DA5BC8E44882}" type="sibTrans" cxnId="{03D2B7FA-7C7B-458D-8275-5D8D261F5997}">
      <dgm:prSet/>
      <dgm:spPr/>
      <dgm:t>
        <a:bodyPr/>
        <a:lstStyle/>
        <a:p>
          <a:endParaRPr lang="fr-FR"/>
        </a:p>
      </dgm:t>
    </dgm:pt>
    <dgm:pt modelId="{943164F5-B690-4105-ADBD-141976AB2825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S7 – 1h</a:t>
          </a:r>
        </a:p>
        <a:p>
          <a:pPr>
            <a:defRPr b="1"/>
          </a:pPr>
          <a:r>
            <a:rPr lang="fr-FR" dirty="0"/>
            <a:t>CE / TC</a:t>
          </a:r>
        </a:p>
      </dgm:t>
    </dgm:pt>
    <dgm:pt modelId="{4B2C505F-78E3-4591-A146-3D87F3BA6D7E}" type="parTrans" cxnId="{05559825-7902-4020-A80E-24CED78AD049}">
      <dgm:prSet/>
      <dgm:spPr/>
      <dgm:t>
        <a:bodyPr/>
        <a:lstStyle/>
        <a:p>
          <a:endParaRPr lang="fr-FR"/>
        </a:p>
      </dgm:t>
    </dgm:pt>
    <dgm:pt modelId="{79538B7E-8BA4-4D11-8BE5-C27A4BA7743C}" type="sibTrans" cxnId="{05559825-7902-4020-A80E-24CED78AD049}">
      <dgm:prSet/>
      <dgm:spPr/>
      <dgm:t>
        <a:bodyPr/>
        <a:lstStyle/>
        <a:p>
          <a:endParaRPr lang="fr-FR"/>
        </a:p>
      </dgm:t>
    </dgm:pt>
    <dgm:pt modelId="{BB2AF45C-6985-47A3-99F5-325464F6E981}">
      <dgm:prSet phldrT="[Texte]" phldr="0"/>
      <dgm:spPr/>
      <dgm:t>
        <a:bodyPr/>
        <a:lstStyle/>
        <a:p>
          <a:r>
            <a:rPr lang="fr-FR" dirty="0"/>
            <a:t>- Présentation du cours de SPE</a:t>
          </a:r>
        </a:p>
        <a:p>
          <a:r>
            <a:rPr lang="fr-FR" dirty="0"/>
            <a:t>- Institutionnalisation des connaissances</a:t>
          </a:r>
        </a:p>
      </dgm:t>
    </dgm:pt>
    <dgm:pt modelId="{10B82A51-E7D0-46C7-8956-C71BA8D148E4}" type="parTrans" cxnId="{4038218D-22AA-4226-AB39-F08FFF56FC24}">
      <dgm:prSet/>
      <dgm:spPr/>
      <dgm:t>
        <a:bodyPr/>
        <a:lstStyle/>
        <a:p>
          <a:endParaRPr lang="fr-FR"/>
        </a:p>
      </dgm:t>
    </dgm:pt>
    <dgm:pt modelId="{BEFB5652-C8E8-48DC-A10F-0EC99F1E1527}" type="sibTrans" cxnId="{4038218D-22AA-4226-AB39-F08FFF56FC24}">
      <dgm:prSet/>
      <dgm:spPr/>
      <dgm:t>
        <a:bodyPr/>
        <a:lstStyle/>
        <a:p>
          <a:endParaRPr lang="fr-FR"/>
        </a:p>
      </dgm:t>
    </dgm:pt>
    <dgm:pt modelId="{22041401-8AD0-499E-904E-AE6B9BDEFE79}">
      <dgm:prSet phldrT="[Texte]"/>
      <dgm:spPr/>
      <dgm:t>
        <a:bodyPr/>
        <a:lstStyle/>
        <a:p>
          <a:pPr>
            <a:defRPr b="1"/>
          </a:pPr>
          <a:r>
            <a:rPr lang="fr-FR" dirty="0"/>
            <a:t>S8 – 2h30</a:t>
          </a:r>
        </a:p>
        <a:p>
          <a:pPr>
            <a:defRPr b="1"/>
          </a:pPr>
          <a:r>
            <a:rPr lang="fr-FR" dirty="0"/>
            <a:t>AP / SPE / 2h30</a:t>
          </a:r>
        </a:p>
      </dgm:t>
    </dgm:pt>
    <dgm:pt modelId="{C56392AC-BD73-4B92-845A-A48CD14DEA5F}" type="parTrans" cxnId="{D2FB66CA-03D5-4D2E-89B3-57DF190DE290}">
      <dgm:prSet/>
      <dgm:spPr/>
      <dgm:t>
        <a:bodyPr/>
        <a:lstStyle/>
        <a:p>
          <a:endParaRPr lang="fr-FR"/>
        </a:p>
      </dgm:t>
    </dgm:pt>
    <dgm:pt modelId="{EE6625E5-0942-45DA-9AF7-A01693FBF2FE}" type="sibTrans" cxnId="{D2FB66CA-03D5-4D2E-89B3-57DF190DE290}">
      <dgm:prSet/>
      <dgm:spPr/>
      <dgm:t>
        <a:bodyPr/>
        <a:lstStyle/>
        <a:p>
          <a:endParaRPr lang="fr-FR"/>
        </a:p>
      </dgm:t>
    </dgm:pt>
    <dgm:pt modelId="{DB58F329-F649-4FE6-AE7E-55D98ACA4F71}">
      <dgm:prSet phldrT="[Texte]" phldr="0"/>
      <dgm:spPr/>
      <dgm:t>
        <a:bodyPr/>
        <a:lstStyle/>
        <a:p>
          <a:r>
            <a:rPr lang="fr-FR" dirty="0"/>
            <a:t>- TP Raspberry et </a:t>
          </a:r>
          <a:r>
            <a:rPr lang="fr-FR" dirty="0" err="1"/>
            <a:t>WireShark</a:t>
          </a:r>
          <a:endParaRPr lang="fr-FR" dirty="0"/>
        </a:p>
      </dgm:t>
    </dgm:pt>
    <dgm:pt modelId="{B64F872D-7AE4-4080-BAFD-8497AC4DE8D5}" type="parTrans" cxnId="{884AB580-5E55-4188-B3D6-97F167D9A60C}">
      <dgm:prSet/>
      <dgm:spPr/>
      <dgm:t>
        <a:bodyPr/>
        <a:lstStyle/>
        <a:p>
          <a:endParaRPr lang="fr-FR"/>
        </a:p>
      </dgm:t>
    </dgm:pt>
    <dgm:pt modelId="{6CC25425-6329-4B3D-AF8E-528E2AF5E688}" type="sibTrans" cxnId="{884AB580-5E55-4188-B3D6-97F167D9A60C}">
      <dgm:prSet/>
      <dgm:spPr/>
      <dgm:t>
        <a:bodyPr/>
        <a:lstStyle/>
        <a:p>
          <a:endParaRPr lang="fr-FR"/>
        </a:p>
      </dgm:t>
    </dgm:pt>
    <dgm:pt modelId="{7667BA8E-B79B-48B2-AF67-E07EFFDCDB2C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S9 – 1h</a:t>
          </a:r>
        </a:p>
        <a:p>
          <a:pPr>
            <a:defRPr b="1"/>
          </a:pPr>
          <a:r>
            <a:rPr lang="fr-FR" dirty="0"/>
            <a:t>CE / SPE</a:t>
          </a:r>
        </a:p>
      </dgm:t>
    </dgm:pt>
    <dgm:pt modelId="{2FCA6862-17D2-40FF-95D3-2C7E7EE5B6CA}" type="parTrans" cxnId="{320695BC-58D4-4D89-841D-9EC28906799B}">
      <dgm:prSet/>
      <dgm:spPr/>
      <dgm:t>
        <a:bodyPr/>
        <a:lstStyle/>
        <a:p>
          <a:endParaRPr lang="fr-FR"/>
        </a:p>
      </dgm:t>
    </dgm:pt>
    <dgm:pt modelId="{B7E1C8C1-3270-4655-A492-020595B2724A}" type="sibTrans" cxnId="{320695BC-58D4-4D89-841D-9EC28906799B}">
      <dgm:prSet/>
      <dgm:spPr/>
      <dgm:t>
        <a:bodyPr/>
        <a:lstStyle/>
        <a:p>
          <a:endParaRPr lang="fr-FR"/>
        </a:p>
      </dgm:t>
    </dgm:pt>
    <dgm:pt modelId="{81D95C89-CA3C-4788-8438-CAB3C54B3677}">
      <dgm:prSet phldrT="[Texte]" phldr="0"/>
      <dgm:spPr/>
      <dgm:t>
        <a:bodyPr/>
        <a:lstStyle/>
        <a:p>
          <a:r>
            <a:rPr lang="fr-FR" dirty="0"/>
            <a:t>- Institutionnalisation des connaissances : Modèle OSI, encapsulation</a:t>
          </a:r>
        </a:p>
      </dgm:t>
    </dgm:pt>
    <dgm:pt modelId="{88A91E62-A602-4AAA-BB75-F10F235AB492}" type="parTrans" cxnId="{89284564-DC3D-4E24-8EF1-5FEB81B21E98}">
      <dgm:prSet/>
      <dgm:spPr/>
      <dgm:t>
        <a:bodyPr/>
        <a:lstStyle/>
        <a:p>
          <a:endParaRPr lang="fr-FR"/>
        </a:p>
      </dgm:t>
    </dgm:pt>
    <dgm:pt modelId="{50E36B8F-5D68-4A80-9CE2-0AC73E6584B5}" type="sibTrans" cxnId="{89284564-DC3D-4E24-8EF1-5FEB81B21E98}">
      <dgm:prSet/>
      <dgm:spPr/>
      <dgm:t>
        <a:bodyPr/>
        <a:lstStyle/>
        <a:p>
          <a:endParaRPr lang="fr-FR"/>
        </a:p>
      </dgm:t>
    </dgm:pt>
    <dgm:pt modelId="{BA3E8A41-0896-4A4A-A69A-BAFF72C6E494}" type="pres">
      <dgm:prSet presAssocID="{98585913-5F54-47C8-B11D-FC878080ED10}" presName="root" presStyleCnt="0">
        <dgm:presLayoutVars>
          <dgm:dir/>
          <dgm:animLvl val="lvl"/>
        </dgm:presLayoutVars>
      </dgm:prSet>
      <dgm:spPr/>
    </dgm:pt>
    <dgm:pt modelId="{272A7219-45BA-4634-AFAE-FCB180A71486}" type="pres">
      <dgm:prSet presAssocID="{98585913-5F54-47C8-B11D-FC878080ED10}" presName="divider" presStyleCnt="0"/>
      <dgm:spPr/>
    </dgm:pt>
    <dgm:pt modelId="{5EDEFA58-2DC8-48E3-A0CF-21471C488DEE}" type="pres">
      <dgm:prSet presAssocID="{98585913-5F54-47C8-B11D-FC878080ED10}" presName="rectBar" presStyleLbl="dkBgShp" presStyleIdx="0" presStyleCnt="1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4A0864F-92AD-4826-8E34-DB95E011F895}" type="pres">
      <dgm:prSet presAssocID="{98585913-5F54-47C8-B11D-FC878080ED10}" presName="chevronArrow" presStyleLbl="dkBgShp" presStyleIdx="1" presStyleCnt="1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DC0839E-6011-4292-B714-D1ED5DD2F640}" type="pres">
      <dgm:prSet presAssocID="{98585913-5F54-47C8-B11D-FC878080ED10}" presName="nodes" presStyleCnt="0">
        <dgm:presLayoutVars>
          <dgm:chMax/>
          <dgm:chPref/>
          <dgm:animLvl val="lvl"/>
        </dgm:presLayoutVars>
      </dgm:prSet>
      <dgm:spPr/>
    </dgm:pt>
    <dgm:pt modelId="{95812423-99DB-428E-9274-08B570EAE271}" type="pres">
      <dgm:prSet presAssocID="{A16C07EC-2C94-4D24-8F7D-6DFDDA56D8D7}" presName="composite" presStyleCnt="0"/>
      <dgm:spPr/>
    </dgm:pt>
    <dgm:pt modelId="{A7366144-8294-4B94-838B-6392940EBD53}" type="pres">
      <dgm:prSet presAssocID="{A16C07EC-2C94-4D24-8F7D-6DFDDA56D8D7}" presName="DropPinPlaceHolder" presStyleCnt="0"/>
      <dgm:spPr/>
    </dgm:pt>
    <dgm:pt modelId="{0642BB6A-9976-4076-A298-E9A05390E9DD}" type="pres">
      <dgm:prSet presAssocID="{A16C07EC-2C94-4D24-8F7D-6DFDDA56D8D7}" presName="DropPin" presStyleLbl="alignNode1" presStyleIdx="0" presStyleCnt="9"/>
      <dgm:spPr/>
    </dgm:pt>
    <dgm:pt modelId="{6A15EE31-CC6E-4E2D-A1DC-CBDC46DC6AF9}" type="pres">
      <dgm:prSet presAssocID="{A16C07EC-2C94-4D24-8F7D-6DFDDA56D8D7}" presName="Ellipse" presStyleLbl="fgAcc1" presStyleIdx="0" presStyleCnt="9"/>
      <dgm:spPr/>
    </dgm:pt>
    <dgm:pt modelId="{CCB34F38-3A4F-4EE5-AE3A-566CBEA0E211}" type="pres">
      <dgm:prSet presAssocID="{A16C07EC-2C94-4D24-8F7D-6DFDDA56D8D7}" presName="L2TextContainer" presStyleLbl="revTx" presStyleIdx="0" presStyleCnt="18">
        <dgm:presLayoutVars>
          <dgm:bulletEnabled val="1"/>
        </dgm:presLayoutVars>
      </dgm:prSet>
      <dgm:spPr/>
    </dgm:pt>
    <dgm:pt modelId="{A44BC4D5-3C59-4445-99E8-7602C26285C3}" type="pres">
      <dgm:prSet presAssocID="{A16C07EC-2C94-4D24-8F7D-6DFDDA56D8D7}" presName="L1TextContainer" presStyleLbl="revTx" presStyleIdx="1" presStyleCnt="18">
        <dgm:presLayoutVars>
          <dgm:chMax val="1"/>
          <dgm:chPref val="1"/>
          <dgm:bulletEnabled val="1"/>
        </dgm:presLayoutVars>
      </dgm:prSet>
      <dgm:spPr/>
    </dgm:pt>
    <dgm:pt modelId="{1C6FFF2F-B187-48C7-8B44-CF7FD922277C}" type="pres">
      <dgm:prSet presAssocID="{A16C07EC-2C94-4D24-8F7D-6DFDDA56D8D7}" presName="ConnectLine" presStyleLbl="dkBgShp" presStyleIdx="2" presStyleCnt="11"/>
      <dgm:spPr/>
    </dgm:pt>
    <dgm:pt modelId="{477FAF30-2928-484D-BC73-B9980E56889D}" type="pres">
      <dgm:prSet presAssocID="{A16C07EC-2C94-4D24-8F7D-6DFDDA56D8D7}" presName="ConnectorPoint" presStyleCnt="0"/>
      <dgm:spPr/>
    </dgm:pt>
    <dgm:pt modelId="{38A784B6-EB53-4CDE-9444-618BFF53968C}" type="pres">
      <dgm:prSet presAssocID="{A16C07EC-2C94-4D24-8F7D-6DFDDA56D8D7}" presName="Bullet" presStyleLbl="lnNode1" presStyleIdx="0" presStyleCnt="9"/>
      <dgm:spPr/>
    </dgm:pt>
    <dgm:pt modelId="{FE0BF04C-94C6-48B5-B981-0F6DF2F3C20D}" type="pres">
      <dgm:prSet presAssocID="{A16C07EC-2C94-4D24-8F7D-6DFDDA56D8D7}" presName="EmptyPlaceHolder" presStyleCnt="0"/>
      <dgm:spPr/>
    </dgm:pt>
    <dgm:pt modelId="{D6754418-EAED-416A-AC4F-7B07CE08F66C}" type="pres">
      <dgm:prSet presAssocID="{714EDAD7-F71D-454B-B6B8-A1747A663A4D}" presName="spaceBetweenRectangles" presStyleCnt="0"/>
      <dgm:spPr/>
    </dgm:pt>
    <dgm:pt modelId="{BB08C13F-0B34-4052-831F-EBE152080F55}" type="pres">
      <dgm:prSet presAssocID="{408A50FC-B963-4D64-8169-93FDF1A46532}" presName="composite" presStyleCnt="0"/>
      <dgm:spPr/>
    </dgm:pt>
    <dgm:pt modelId="{CCC82F89-8C88-481E-B6AD-6B0CED182072}" type="pres">
      <dgm:prSet presAssocID="{408A50FC-B963-4D64-8169-93FDF1A46532}" presName="DropPinPlaceHolder" presStyleCnt="0"/>
      <dgm:spPr/>
    </dgm:pt>
    <dgm:pt modelId="{516ACC2F-1876-43B6-9173-F63073EB3477}" type="pres">
      <dgm:prSet presAssocID="{408A50FC-B963-4D64-8169-93FDF1A46532}" presName="DropPin" presStyleLbl="alignNode1" presStyleIdx="1" presStyleCnt="9"/>
      <dgm:spPr/>
    </dgm:pt>
    <dgm:pt modelId="{DDE512A3-7F30-4159-BD6A-F44F26F2E836}" type="pres">
      <dgm:prSet presAssocID="{408A50FC-B963-4D64-8169-93FDF1A46532}" presName="Ellipse" presStyleLbl="fgAcc1" presStyleIdx="1" presStyleCnt="9"/>
      <dgm:spPr/>
    </dgm:pt>
    <dgm:pt modelId="{2B7901EA-6663-4338-9676-39B7B06480A7}" type="pres">
      <dgm:prSet presAssocID="{408A50FC-B963-4D64-8169-93FDF1A46532}" presName="L2TextContainer" presStyleLbl="revTx" presStyleIdx="2" presStyleCnt="18">
        <dgm:presLayoutVars>
          <dgm:bulletEnabled val="1"/>
        </dgm:presLayoutVars>
      </dgm:prSet>
      <dgm:spPr/>
    </dgm:pt>
    <dgm:pt modelId="{E2184517-86C6-4BBC-BB25-50C3727B16EC}" type="pres">
      <dgm:prSet presAssocID="{408A50FC-B963-4D64-8169-93FDF1A46532}" presName="L1TextContainer" presStyleLbl="revTx" presStyleIdx="3" presStyleCnt="18">
        <dgm:presLayoutVars>
          <dgm:chMax val="1"/>
          <dgm:chPref val="1"/>
          <dgm:bulletEnabled val="1"/>
        </dgm:presLayoutVars>
      </dgm:prSet>
      <dgm:spPr/>
    </dgm:pt>
    <dgm:pt modelId="{D12C939E-ADA8-42BA-8480-BB1783149F93}" type="pres">
      <dgm:prSet presAssocID="{408A50FC-B963-4D64-8169-93FDF1A46532}" presName="ConnectLine" presStyleLbl="dkBgShp" presStyleIdx="3" presStyleCnt="11"/>
      <dgm:spPr/>
    </dgm:pt>
    <dgm:pt modelId="{57D63BB2-EBF2-4C4B-900F-4996507007E7}" type="pres">
      <dgm:prSet presAssocID="{408A50FC-B963-4D64-8169-93FDF1A46532}" presName="ConnectorPoint" presStyleCnt="0"/>
      <dgm:spPr/>
    </dgm:pt>
    <dgm:pt modelId="{D5ED577B-3D15-4E25-8D2E-F72129705632}" type="pres">
      <dgm:prSet presAssocID="{408A50FC-B963-4D64-8169-93FDF1A46532}" presName="Bullet" presStyleLbl="lnNode1" presStyleIdx="1" presStyleCnt="9"/>
      <dgm:spPr/>
    </dgm:pt>
    <dgm:pt modelId="{33888703-E04A-4D11-B7C6-B81D9F1F2AA6}" type="pres">
      <dgm:prSet presAssocID="{408A50FC-B963-4D64-8169-93FDF1A46532}" presName="EmptyPlaceHolder" presStyleCnt="0"/>
      <dgm:spPr/>
    </dgm:pt>
    <dgm:pt modelId="{28422E5B-FEEF-4340-B963-D1E4077A48E9}" type="pres">
      <dgm:prSet presAssocID="{6418B7E5-F1C0-4B70-8D3C-5ADF0D66F9C6}" presName="spaceBetweenRectangles" presStyleCnt="0"/>
      <dgm:spPr/>
    </dgm:pt>
    <dgm:pt modelId="{4865EDFD-9BA9-48DE-AA05-5260301C0661}" type="pres">
      <dgm:prSet presAssocID="{58F58F15-031B-4287-A416-31A9EC990F2E}" presName="composite" presStyleCnt="0"/>
      <dgm:spPr/>
    </dgm:pt>
    <dgm:pt modelId="{1DCC52B8-9B04-4B75-8103-7B3185CA19AB}" type="pres">
      <dgm:prSet presAssocID="{58F58F15-031B-4287-A416-31A9EC990F2E}" presName="DropPinPlaceHolder" presStyleCnt="0"/>
      <dgm:spPr/>
    </dgm:pt>
    <dgm:pt modelId="{C2CA0981-D9DC-42D0-A79D-30EC38133097}" type="pres">
      <dgm:prSet presAssocID="{58F58F15-031B-4287-A416-31A9EC990F2E}" presName="DropPin" presStyleLbl="alignNode1" presStyleIdx="2" presStyleCnt="9"/>
      <dgm:spPr/>
    </dgm:pt>
    <dgm:pt modelId="{DB1C708F-C456-4E39-8736-76C0AE696C37}" type="pres">
      <dgm:prSet presAssocID="{58F58F15-031B-4287-A416-31A9EC990F2E}" presName="Ellipse" presStyleLbl="fgAcc1" presStyleIdx="2" presStyleCnt="9"/>
      <dgm:spPr/>
    </dgm:pt>
    <dgm:pt modelId="{E4133748-B8E4-440E-8C7A-CDB76CF552D3}" type="pres">
      <dgm:prSet presAssocID="{58F58F15-031B-4287-A416-31A9EC990F2E}" presName="L2TextContainer" presStyleLbl="revTx" presStyleIdx="4" presStyleCnt="18">
        <dgm:presLayoutVars>
          <dgm:bulletEnabled val="1"/>
        </dgm:presLayoutVars>
      </dgm:prSet>
      <dgm:spPr/>
    </dgm:pt>
    <dgm:pt modelId="{7E5C837D-C7F6-42EB-9BEA-0D8393E6B227}" type="pres">
      <dgm:prSet presAssocID="{58F58F15-031B-4287-A416-31A9EC990F2E}" presName="L1TextContainer" presStyleLbl="revTx" presStyleIdx="5" presStyleCnt="18">
        <dgm:presLayoutVars>
          <dgm:chMax val="1"/>
          <dgm:chPref val="1"/>
          <dgm:bulletEnabled val="1"/>
        </dgm:presLayoutVars>
      </dgm:prSet>
      <dgm:spPr/>
    </dgm:pt>
    <dgm:pt modelId="{6458AA1F-9B59-4FCC-96FC-7202EE675C27}" type="pres">
      <dgm:prSet presAssocID="{58F58F15-031B-4287-A416-31A9EC990F2E}" presName="ConnectLine" presStyleLbl="dkBgShp" presStyleIdx="4" presStyleCnt="11"/>
      <dgm:spPr/>
    </dgm:pt>
    <dgm:pt modelId="{E3A48613-B027-43E9-84A5-6F5B8A9CDDF5}" type="pres">
      <dgm:prSet presAssocID="{58F58F15-031B-4287-A416-31A9EC990F2E}" presName="ConnectorPoint" presStyleCnt="0"/>
      <dgm:spPr/>
    </dgm:pt>
    <dgm:pt modelId="{3F788E61-D513-4D4D-8373-F0BF11CD32F0}" type="pres">
      <dgm:prSet presAssocID="{58F58F15-031B-4287-A416-31A9EC990F2E}" presName="Bullet" presStyleLbl="lnNode1" presStyleIdx="2" presStyleCnt="9"/>
      <dgm:spPr/>
    </dgm:pt>
    <dgm:pt modelId="{81876A14-88FB-4010-906F-2151EE86655D}" type="pres">
      <dgm:prSet presAssocID="{58F58F15-031B-4287-A416-31A9EC990F2E}" presName="EmptyPlaceHolder" presStyleCnt="0"/>
      <dgm:spPr/>
    </dgm:pt>
    <dgm:pt modelId="{5813DC3F-8B0A-41B8-8CE1-15FC830ED479}" type="pres">
      <dgm:prSet presAssocID="{BC8A4A7F-D3EE-4C40-8F52-D5BF3AAEEF10}" presName="spaceBetweenRectangles" presStyleCnt="0"/>
      <dgm:spPr/>
    </dgm:pt>
    <dgm:pt modelId="{177B1BF1-91C5-4855-8BFC-E6E610202A79}" type="pres">
      <dgm:prSet presAssocID="{AD13EFE4-42FA-407A-97CC-F5DA0439C846}" presName="composite" presStyleCnt="0"/>
      <dgm:spPr/>
    </dgm:pt>
    <dgm:pt modelId="{A4E6620C-7AFF-4A41-ADDC-4DF007D38A1C}" type="pres">
      <dgm:prSet presAssocID="{AD13EFE4-42FA-407A-97CC-F5DA0439C846}" presName="DropPinPlaceHolder" presStyleCnt="0"/>
      <dgm:spPr/>
    </dgm:pt>
    <dgm:pt modelId="{3A91FF4D-4401-4D92-90BE-74B5B24A404E}" type="pres">
      <dgm:prSet presAssocID="{AD13EFE4-42FA-407A-97CC-F5DA0439C846}" presName="DropPin" presStyleLbl="alignNode1" presStyleIdx="3" presStyleCnt="9"/>
      <dgm:spPr/>
    </dgm:pt>
    <dgm:pt modelId="{BCD3141E-E75B-49E5-ACAA-C4988F07AF9D}" type="pres">
      <dgm:prSet presAssocID="{AD13EFE4-42FA-407A-97CC-F5DA0439C846}" presName="Ellipse" presStyleLbl="fgAcc1" presStyleIdx="3" presStyleCnt="9"/>
      <dgm:spPr/>
    </dgm:pt>
    <dgm:pt modelId="{F526F41D-C236-44DC-9841-E161BAC19683}" type="pres">
      <dgm:prSet presAssocID="{AD13EFE4-42FA-407A-97CC-F5DA0439C846}" presName="L2TextContainer" presStyleLbl="revTx" presStyleIdx="6" presStyleCnt="18">
        <dgm:presLayoutVars>
          <dgm:bulletEnabled val="1"/>
        </dgm:presLayoutVars>
      </dgm:prSet>
      <dgm:spPr/>
    </dgm:pt>
    <dgm:pt modelId="{97B9F791-77D9-4504-986B-EBD83FACF4F2}" type="pres">
      <dgm:prSet presAssocID="{AD13EFE4-42FA-407A-97CC-F5DA0439C846}" presName="L1TextContainer" presStyleLbl="revTx" presStyleIdx="7" presStyleCnt="18">
        <dgm:presLayoutVars>
          <dgm:chMax val="1"/>
          <dgm:chPref val="1"/>
          <dgm:bulletEnabled val="1"/>
        </dgm:presLayoutVars>
      </dgm:prSet>
      <dgm:spPr/>
    </dgm:pt>
    <dgm:pt modelId="{5A3A2062-620A-4703-9E0C-B44D5CBC0AA1}" type="pres">
      <dgm:prSet presAssocID="{AD13EFE4-42FA-407A-97CC-F5DA0439C846}" presName="ConnectLine" presStyleLbl="dkBgShp" presStyleIdx="5" presStyleCnt="11"/>
      <dgm:spPr/>
    </dgm:pt>
    <dgm:pt modelId="{11F23C97-1F4F-4B06-B6BC-BEE19BC425CC}" type="pres">
      <dgm:prSet presAssocID="{AD13EFE4-42FA-407A-97CC-F5DA0439C846}" presName="ConnectorPoint" presStyleCnt="0"/>
      <dgm:spPr/>
    </dgm:pt>
    <dgm:pt modelId="{71B099E1-836A-4D33-AD3A-B40AC5376338}" type="pres">
      <dgm:prSet presAssocID="{AD13EFE4-42FA-407A-97CC-F5DA0439C846}" presName="Bullet" presStyleLbl="lnNode1" presStyleIdx="3" presStyleCnt="9"/>
      <dgm:spPr/>
    </dgm:pt>
    <dgm:pt modelId="{AB500F98-7DFD-433A-9743-B9F611F0C370}" type="pres">
      <dgm:prSet presAssocID="{AD13EFE4-42FA-407A-97CC-F5DA0439C846}" presName="EmptyPlaceHolder" presStyleCnt="0"/>
      <dgm:spPr/>
    </dgm:pt>
    <dgm:pt modelId="{BE685CA3-6580-4749-9962-052ED3EF7C44}" type="pres">
      <dgm:prSet presAssocID="{EA8224CA-D53B-4E27-B678-1D1D18FDB972}" presName="spaceBetweenRectangles" presStyleCnt="0"/>
      <dgm:spPr/>
    </dgm:pt>
    <dgm:pt modelId="{047A2DF7-D36C-40BB-B558-1AC67DD182A6}" type="pres">
      <dgm:prSet presAssocID="{C1CA8FA7-214E-4089-95A1-E03B821F5CBA}" presName="composite" presStyleCnt="0"/>
      <dgm:spPr/>
    </dgm:pt>
    <dgm:pt modelId="{391F073E-EA54-43F2-8BAE-16D1342906F2}" type="pres">
      <dgm:prSet presAssocID="{C1CA8FA7-214E-4089-95A1-E03B821F5CBA}" presName="DropPinPlaceHolder" presStyleCnt="0"/>
      <dgm:spPr/>
    </dgm:pt>
    <dgm:pt modelId="{1EF2A232-469E-4B05-8DEC-D6271ADC129C}" type="pres">
      <dgm:prSet presAssocID="{C1CA8FA7-214E-4089-95A1-E03B821F5CBA}" presName="DropPin" presStyleLbl="alignNode1" presStyleIdx="4" presStyleCnt="9"/>
      <dgm:spPr/>
    </dgm:pt>
    <dgm:pt modelId="{3C76B223-8E5F-45B3-87AE-8EDB863F5B5F}" type="pres">
      <dgm:prSet presAssocID="{C1CA8FA7-214E-4089-95A1-E03B821F5CBA}" presName="Ellipse" presStyleLbl="fgAcc1" presStyleIdx="4" presStyleCnt="9"/>
      <dgm:spPr/>
    </dgm:pt>
    <dgm:pt modelId="{9A01388C-817A-4AA1-A228-1BD1A6DF6EAA}" type="pres">
      <dgm:prSet presAssocID="{C1CA8FA7-214E-4089-95A1-E03B821F5CBA}" presName="L2TextContainer" presStyleLbl="revTx" presStyleIdx="8" presStyleCnt="18">
        <dgm:presLayoutVars>
          <dgm:bulletEnabled val="1"/>
        </dgm:presLayoutVars>
      </dgm:prSet>
      <dgm:spPr/>
    </dgm:pt>
    <dgm:pt modelId="{92E3FB62-7F24-46CA-ABDB-900415E14B8E}" type="pres">
      <dgm:prSet presAssocID="{C1CA8FA7-214E-4089-95A1-E03B821F5CBA}" presName="L1TextContainer" presStyleLbl="revTx" presStyleIdx="9" presStyleCnt="18">
        <dgm:presLayoutVars>
          <dgm:chMax val="1"/>
          <dgm:chPref val="1"/>
          <dgm:bulletEnabled val="1"/>
        </dgm:presLayoutVars>
      </dgm:prSet>
      <dgm:spPr/>
    </dgm:pt>
    <dgm:pt modelId="{0D94CA0F-A19D-4B39-B02C-B86FFB94F054}" type="pres">
      <dgm:prSet presAssocID="{C1CA8FA7-214E-4089-95A1-E03B821F5CBA}" presName="ConnectLine" presStyleLbl="dkBgShp" presStyleIdx="6" presStyleCnt="11"/>
      <dgm:spPr/>
    </dgm:pt>
    <dgm:pt modelId="{06F336CC-26F9-4964-A296-F40725004FA9}" type="pres">
      <dgm:prSet presAssocID="{C1CA8FA7-214E-4089-95A1-E03B821F5CBA}" presName="ConnectorPoint" presStyleCnt="0"/>
      <dgm:spPr/>
    </dgm:pt>
    <dgm:pt modelId="{9ACE68BE-43EC-4495-AF10-0416F60CEE16}" type="pres">
      <dgm:prSet presAssocID="{C1CA8FA7-214E-4089-95A1-E03B821F5CBA}" presName="Bullet" presStyleLbl="lnNode1" presStyleIdx="4" presStyleCnt="9"/>
      <dgm:spPr/>
    </dgm:pt>
    <dgm:pt modelId="{3CB27400-47A1-4950-A22D-00B1002F649D}" type="pres">
      <dgm:prSet presAssocID="{C1CA8FA7-214E-4089-95A1-E03B821F5CBA}" presName="EmptyPlaceHolder" presStyleCnt="0"/>
      <dgm:spPr/>
    </dgm:pt>
    <dgm:pt modelId="{9CFF6C80-42B6-45A2-B832-8B4A8FC7BBF5}" type="pres">
      <dgm:prSet presAssocID="{3E8E9D8A-8259-416F-AA33-8EC884B69BC4}" presName="spaceBetweenRectangles" presStyleCnt="0"/>
      <dgm:spPr/>
    </dgm:pt>
    <dgm:pt modelId="{00081267-8AF4-4D1F-B39B-F72228017C58}" type="pres">
      <dgm:prSet presAssocID="{ACD39856-9275-47B9-8859-291E9758A2CB}" presName="composite" presStyleCnt="0"/>
      <dgm:spPr/>
    </dgm:pt>
    <dgm:pt modelId="{FF32DDE4-D91F-4B5A-B02C-F7E9F4506477}" type="pres">
      <dgm:prSet presAssocID="{ACD39856-9275-47B9-8859-291E9758A2CB}" presName="DropPinPlaceHolder" presStyleCnt="0"/>
      <dgm:spPr/>
    </dgm:pt>
    <dgm:pt modelId="{B13B7ABC-1DA5-4676-814A-CA515E4A3A8F}" type="pres">
      <dgm:prSet presAssocID="{ACD39856-9275-47B9-8859-291E9758A2CB}" presName="DropPin" presStyleLbl="alignNode1" presStyleIdx="5" presStyleCnt="9"/>
      <dgm:spPr/>
    </dgm:pt>
    <dgm:pt modelId="{54B402C5-EE0E-40EE-AC7B-A4094076C472}" type="pres">
      <dgm:prSet presAssocID="{ACD39856-9275-47B9-8859-291E9758A2CB}" presName="Ellipse" presStyleLbl="fgAcc1" presStyleIdx="5" presStyleCnt="9"/>
      <dgm:spPr/>
    </dgm:pt>
    <dgm:pt modelId="{40941C34-CD58-4641-91F6-E1F24B7FE5E3}" type="pres">
      <dgm:prSet presAssocID="{ACD39856-9275-47B9-8859-291E9758A2CB}" presName="L2TextContainer" presStyleLbl="revTx" presStyleIdx="10" presStyleCnt="18">
        <dgm:presLayoutVars>
          <dgm:bulletEnabled val="1"/>
        </dgm:presLayoutVars>
      </dgm:prSet>
      <dgm:spPr/>
    </dgm:pt>
    <dgm:pt modelId="{04483CA3-F6BC-4323-A9C6-6859C39EA8E0}" type="pres">
      <dgm:prSet presAssocID="{ACD39856-9275-47B9-8859-291E9758A2CB}" presName="L1TextContainer" presStyleLbl="revTx" presStyleIdx="11" presStyleCnt="18">
        <dgm:presLayoutVars>
          <dgm:chMax val="1"/>
          <dgm:chPref val="1"/>
          <dgm:bulletEnabled val="1"/>
        </dgm:presLayoutVars>
      </dgm:prSet>
      <dgm:spPr/>
    </dgm:pt>
    <dgm:pt modelId="{ED79B79A-638B-4C56-8BBC-26DC94E18D1E}" type="pres">
      <dgm:prSet presAssocID="{ACD39856-9275-47B9-8859-291E9758A2CB}" presName="ConnectLine" presStyleLbl="dkBgShp" presStyleIdx="7" presStyleCnt="11"/>
      <dgm:spPr/>
    </dgm:pt>
    <dgm:pt modelId="{D275A51A-0F2B-4BEB-AA0F-513851A804A1}" type="pres">
      <dgm:prSet presAssocID="{ACD39856-9275-47B9-8859-291E9758A2CB}" presName="ConnectorPoint" presStyleCnt="0"/>
      <dgm:spPr/>
    </dgm:pt>
    <dgm:pt modelId="{CD0FD0FA-C176-4280-B0E2-5EBBFD342D69}" type="pres">
      <dgm:prSet presAssocID="{ACD39856-9275-47B9-8859-291E9758A2CB}" presName="Bullet" presStyleLbl="lnNode1" presStyleIdx="5" presStyleCnt="9"/>
      <dgm:spPr/>
    </dgm:pt>
    <dgm:pt modelId="{E55DAA5A-5F86-49B9-B269-8041910DD48E}" type="pres">
      <dgm:prSet presAssocID="{ACD39856-9275-47B9-8859-291E9758A2CB}" presName="EmptyPlaceHolder" presStyleCnt="0"/>
      <dgm:spPr/>
    </dgm:pt>
    <dgm:pt modelId="{0A26011E-5EE0-4462-BD76-BFA563ACF89F}" type="pres">
      <dgm:prSet presAssocID="{09FDE3CE-B3D8-4BFC-ABEC-B46418093277}" presName="spaceBetweenRectangles" presStyleCnt="0"/>
      <dgm:spPr/>
    </dgm:pt>
    <dgm:pt modelId="{F4541C7F-E2F6-49E8-8CAE-35810538C87B}" type="pres">
      <dgm:prSet presAssocID="{943164F5-B690-4105-ADBD-141976AB2825}" presName="composite" presStyleCnt="0"/>
      <dgm:spPr/>
    </dgm:pt>
    <dgm:pt modelId="{424BB5D1-FCD3-4E98-99C9-32D63EAED1DC}" type="pres">
      <dgm:prSet presAssocID="{943164F5-B690-4105-ADBD-141976AB2825}" presName="DropPinPlaceHolder" presStyleCnt="0"/>
      <dgm:spPr/>
    </dgm:pt>
    <dgm:pt modelId="{B069724D-7DBD-43FE-A065-12EE484FA440}" type="pres">
      <dgm:prSet presAssocID="{943164F5-B690-4105-ADBD-141976AB2825}" presName="DropPin" presStyleLbl="alignNode1" presStyleIdx="6" presStyleCnt="9"/>
      <dgm:spPr/>
    </dgm:pt>
    <dgm:pt modelId="{39544671-74AC-42F9-8213-BF9D1AA3673C}" type="pres">
      <dgm:prSet presAssocID="{943164F5-B690-4105-ADBD-141976AB2825}" presName="Ellipse" presStyleLbl="fgAcc1" presStyleIdx="6" presStyleCnt="9"/>
      <dgm:spPr/>
    </dgm:pt>
    <dgm:pt modelId="{8C1E239F-94D9-46A6-83F3-227D14CDF797}" type="pres">
      <dgm:prSet presAssocID="{943164F5-B690-4105-ADBD-141976AB2825}" presName="L2TextContainer" presStyleLbl="revTx" presStyleIdx="12" presStyleCnt="18">
        <dgm:presLayoutVars>
          <dgm:bulletEnabled val="1"/>
        </dgm:presLayoutVars>
      </dgm:prSet>
      <dgm:spPr/>
    </dgm:pt>
    <dgm:pt modelId="{1CD5080C-3C42-4BC5-9C77-17FB9590649E}" type="pres">
      <dgm:prSet presAssocID="{943164F5-B690-4105-ADBD-141976AB2825}" presName="L1TextContainer" presStyleLbl="revTx" presStyleIdx="13" presStyleCnt="18">
        <dgm:presLayoutVars>
          <dgm:chMax val="1"/>
          <dgm:chPref val="1"/>
          <dgm:bulletEnabled val="1"/>
        </dgm:presLayoutVars>
      </dgm:prSet>
      <dgm:spPr/>
    </dgm:pt>
    <dgm:pt modelId="{A6C77553-FAC5-4D44-9777-BF96F1490F2B}" type="pres">
      <dgm:prSet presAssocID="{943164F5-B690-4105-ADBD-141976AB2825}" presName="ConnectLine" presStyleLbl="dkBgShp" presStyleIdx="8" presStyleCnt="11"/>
      <dgm:spPr/>
    </dgm:pt>
    <dgm:pt modelId="{795AF03F-9BE7-4592-B949-C36F7832FE61}" type="pres">
      <dgm:prSet presAssocID="{943164F5-B690-4105-ADBD-141976AB2825}" presName="ConnectorPoint" presStyleCnt="0"/>
      <dgm:spPr/>
    </dgm:pt>
    <dgm:pt modelId="{37C367AF-CE19-42B7-96CF-667E9569F517}" type="pres">
      <dgm:prSet presAssocID="{943164F5-B690-4105-ADBD-141976AB2825}" presName="Bullet" presStyleLbl="lnNode1" presStyleIdx="6" presStyleCnt="9"/>
      <dgm:spPr/>
    </dgm:pt>
    <dgm:pt modelId="{2BAFA810-1736-4770-A7CD-477DA47C8A63}" type="pres">
      <dgm:prSet presAssocID="{943164F5-B690-4105-ADBD-141976AB2825}" presName="EmptyPlaceHolder" presStyleCnt="0"/>
      <dgm:spPr/>
    </dgm:pt>
    <dgm:pt modelId="{865C56D2-956D-4267-9AA6-F2F725888F20}" type="pres">
      <dgm:prSet presAssocID="{79538B7E-8BA4-4D11-8BE5-C27A4BA7743C}" presName="spaceBetweenRectangles" presStyleCnt="0"/>
      <dgm:spPr/>
    </dgm:pt>
    <dgm:pt modelId="{0B550346-B0E4-4F86-91AD-CDF480DFC413}" type="pres">
      <dgm:prSet presAssocID="{22041401-8AD0-499E-904E-AE6B9BDEFE79}" presName="composite" presStyleCnt="0"/>
      <dgm:spPr/>
    </dgm:pt>
    <dgm:pt modelId="{E7E8E3AB-0B31-49D6-9E59-F2664AA8C51C}" type="pres">
      <dgm:prSet presAssocID="{22041401-8AD0-499E-904E-AE6B9BDEFE79}" presName="DropPinPlaceHolder" presStyleCnt="0"/>
      <dgm:spPr/>
    </dgm:pt>
    <dgm:pt modelId="{9872E6B6-0180-44BD-9F31-69AA1D91C6D6}" type="pres">
      <dgm:prSet presAssocID="{22041401-8AD0-499E-904E-AE6B9BDEFE79}" presName="DropPin" presStyleLbl="alignNode1" presStyleIdx="7" presStyleCnt="9"/>
      <dgm:spPr/>
    </dgm:pt>
    <dgm:pt modelId="{DC9005F1-6198-45FF-8C5C-85ABA4F28BA2}" type="pres">
      <dgm:prSet presAssocID="{22041401-8AD0-499E-904E-AE6B9BDEFE79}" presName="Ellipse" presStyleLbl="fgAcc1" presStyleIdx="7" presStyleCnt="9"/>
      <dgm:spPr/>
    </dgm:pt>
    <dgm:pt modelId="{28455B08-0882-4F09-A84D-92433D6A6C8E}" type="pres">
      <dgm:prSet presAssocID="{22041401-8AD0-499E-904E-AE6B9BDEFE79}" presName="L2TextContainer" presStyleLbl="revTx" presStyleIdx="14" presStyleCnt="18">
        <dgm:presLayoutVars>
          <dgm:bulletEnabled val="1"/>
        </dgm:presLayoutVars>
      </dgm:prSet>
      <dgm:spPr/>
    </dgm:pt>
    <dgm:pt modelId="{71B737A0-2024-4220-A94B-44121B325E04}" type="pres">
      <dgm:prSet presAssocID="{22041401-8AD0-499E-904E-AE6B9BDEFE79}" presName="L1TextContainer" presStyleLbl="revTx" presStyleIdx="15" presStyleCnt="18">
        <dgm:presLayoutVars>
          <dgm:chMax val="1"/>
          <dgm:chPref val="1"/>
          <dgm:bulletEnabled val="1"/>
        </dgm:presLayoutVars>
      </dgm:prSet>
      <dgm:spPr/>
    </dgm:pt>
    <dgm:pt modelId="{19DA7A8E-F0A4-4BC9-A19A-5E9770719F5B}" type="pres">
      <dgm:prSet presAssocID="{22041401-8AD0-499E-904E-AE6B9BDEFE79}" presName="ConnectLine" presStyleLbl="dkBgShp" presStyleIdx="9" presStyleCnt="11"/>
      <dgm:spPr/>
    </dgm:pt>
    <dgm:pt modelId="{D00EE901-98A5-4F51-AD7A-32F34E521E9B}" type="pres">
      <dgm:prSet presAssocID="{22041401-8AD0-499E-904E-AE6B9BDEFE79}" presName="ConnectorPoint" presStyleCnt="0"/>
      <dgm:spPr/>
    </dgm:pt>
    <dgm:pt modelId="{A06862B8-C830-423E-B268-A3909166AE6F}" type="pres">
      <dgm:prSet presAssocID="{22041401-8AD0-499E-904E-AE6B9BDEFE79}" presName="Bullet" presStyleLbl="lnNode1" presStyleIdx="7" presStyleCnt="9"/>
      <dgm:spPr/>
    </dgm:pt>
    <dgm:pt modelId="{3D40BECB-90C9-456A-9FAD-CDB9FFC992EA}" type="pres">
      <dgm:prSet presAssocID="{22041401-8AD0-499E-904E-AE6B9BDEFE79}" presName="EmptyPlaceHolder" presStyleCnt="0"/>
      <dgm:spPr/>
    </dgm:pt>
    <dgm:pt modelId="{E5A420DD-BEC0-4A9B-84DF-35CCD0805413}" type="pres">
      <dgm:prSet presAssocID="{EE6625E5-0942-45DA-9AF7-A01693FBF2FE}" presName="spaceBetweenRectangles" presStyleCnt="0"/>
      <dgm:spPr/>
    </dgm:pt>
    <dgm:pt modelId="{CB9C5D7D-35B2-4CDA-A674-89DB7849AAB6}" type="pres">
      <dgm:prSet presAssocID="{7667BA8E-B79B-48B2-AF67-E07EFFDCDB2C}" presName="composite" presStyleCnt="0"/>
      <dgm:spPr/>
    </dgm:pt>
    <dgm:pt modelId="{E540790A-2FAB-448B-B3A3-42244E55129E}" type="pres">
      <dgm:prSet presAssocID="{7667BA8E-B79B-48B2-AF67-E07EFFDCDB2C}" presName="DropPinPlaceHolder" presStyleCnt="0"/>
      <dgm:spPr/>
    </dgm:pt>
    <dgm:pt modelId="{E8D99CD1-9286-4F76-BF76-D60B4E671123}" type="pres">
      <dgm:prSet presAssocID="{7667BA8E-B79B-48B2-AF67-E07EFFDCDB2C}" presName="DropPin" presStyleLbl="alignNode1" presStyleIdx="8" presStyleCnt="9"/>
      <dgm:spPr/>
    </dgm:pt>
    <dgm:pt modelId="{051F0601-D73C-4B3E-9A0A-A8857CA8A1D1}" type="pres">
      <dgm:prSet presAssocID="{7667BA8E-B79B-48B2-AF67-E07EFFDCDB2C}" presName="Ellipse" presStyleLbl="fgAcc1" presStyleIdx="8" presStyleCnt="9"/>
      <dgm:spPr/>
    </dgm:pt>
    <dgm:pt modelId="{692C31D3-5848-491A-A841-FD350B9DA90E}" type="pres">
      <dgm:prSet presAssocID="{7667BA8E-B79B-48B2-AF67-E07EFFDCDB2C}" presName="L2TextContainer" presStyleLbl="revTx" presStyleIdx="16" presStyleCnt="18">
        <dgm:presLayoutVars>
          <dgm:bulletEnabled val="1"/>
        </dgm:presLayoutVars>
      </dgm:prSet>
      <dgm:spPr/>
    </dgm:pt>
    <dgm:pt modelId="{C66B0EA0-7536-4F39-985B-197EA5B01F1E}" type="pres">
      <dgm:prSet presAssocID="{7667BA8E-B79B-48B2-AF67-E07EFFDCDB2C}" presName="L1TextContainer" presStyleLbl="revTx" presStyleIdx="17" presStyleCnt="18">
        <dgm:presLayoutVars>
          <dgm:chMax val="1"/>
          <dgm:chPref val="1"/>
          <dgm:bulletEnabled val="1"/>
        </dgm:presLayoutVars>
      </dgm:prSet>
      <dgm:spPr/>
    </dgm:pt>
    <dgm:pt modelId="{BD8813A4-FB2B-490E-ACD6-C52420ADC430}" type="pres">
      <dgm:prSet presAssocID="{7667BA8E-B79B-48B2-AF67-E07EFFDCDB2C}" presName="ConnectLine" presStyleLbl="dkBgShp" presStyleIdx="10" presStyleCnt="11"/>
      <dgm:spPr/>
    </dgm:pt>
    <dgm:pt modelId="{EC47CE71-218D-413F-9097-340956B0F231}" type="pres">
      <dgm:prSet presAssocID="{7667BA8E-B79B-48B2-AF67-E07EFFDCDB2C}" presName="ConnectorPoint" presStyleCnt="0"/>
      <dgm:spPr/>
    </dgm:pt>
    <dgm:pt modelId="{95196B57-957D-46D0-A3CF-0553E7728947}" type="pres">
      <dgm:prSet presAssocID="{7667BA8E-B79B-48B2-AF67-E07EFFDCDB2C}" presName="Bullet" presStyleLbl="lnNode1" presStyleIdx="8" presStyleCnt="9"/>
      <dgm:spPr/>
    </dgm:pt>
    <dgm:pt modelId="{2D9E0886-00D2-40ED-B010-7911056477B0}" type="pres">
      <dgm:prSet presAssocID="{7667BA8E-B79B-48B2-AF67-E07EFFDCDB2C}" presName="EmptyPlaceHolder" presStyleCnt="0"/>
      <dgm:spPr/>
    </dgm:pt>
  </dgm:ptLst>
  <dgm:cxnLst>
    <dgm:cxn modelId="{56B92001-35ED-4016-9C3A-221431CFD05F}" type="presOf" srcId="{ACD39856-9275-47B9-8859-291E9758A2CB}" destId="{04483CA3-F6BC-4323-A9C6-6859C39EA8E0}" srcOrd="0" destOrd="0" presId="urn:microsoft.com/office/officeart/2024/layout/BulletTimeline"/>
    <dgm:cxn modelId="{FB0F670F-A427-47A6-B330-D51E4621CE5F}" srcId="{408A50FC-B963-4D64-8169-93FDF1A46532}" destId="{92D96BA0-892E-4C9D-9CAA-4789C0781970}" srcOrd="0" destOrd="0" parTransId="{2CF06133-3115-496B-B263-207DA9F626E9}" sibTransId="{3B847087-06D7-4F32-BEFF-8F9EFF4552CB}"/>
    <dgm:cxn modelId="{ED7E1F15-8E70-45CB-A32B-84A2646D94A2}" srcId="{98585913-5F54-47C8-B11D-FC878080ED10}" destId="{58F58F15-031B-4287-A416-31A9EC990F2E}" srcOrd="2" destOrd="0" parTransId="{13E87ACC-0B88-47E5-B500-DC74CEFCB5CD}" sibTransId="{BC8A4A7F-D3EE-4C40-8F52-D5BF3AAEEF10}"/>
    <dgm:cxn modelId="{C3F1AC1B-71D9-4270-A20B-01334683E368}" type="presOf" srcId="{943164F5-B690-4105-ADBD-141976AB2825}" destId="{1CD5080C-3C42-4BC5-9C77-17FB9590649E}" srcOrd="0" destOrd="0" presId="urn:microsoft.com/office/officeart/2024/layout/BulletTimeline"/>
    <dgm:cxn modelId="{0507141F-0393-4D7E-B815-E8D6812754A2}" type="presOf" srcId="{B0B41D33-C596-4103-B572-9B832BB51194}" destId="{CCB34F38-3A4F-4EE5-AE3A-566CBEA0E211}" srcOrd="0" destOrd="0" presId="urn:microsoft.com/office/officeart/2024/layout/BulletTimeline"/>
    <dgm:cxn modelId="{05559825-7902-4020-A80E-24CED78AD049}" srcId="{98585913-5F54-47C8-B11D-FC878080ED10}" destId="{943164F5-B690-4105-ADBD-141976AB2825}" srcOrd="6" destOrd="0" parTransId="{4B2C505F-78E3-4591-A146-3D87F3BA6D7E}" sibTransId="{79538B7E-8BA4-4D11-8BE5-C27A4BA7743C}"/>
    <dgm:cxn modelId="{A04DEC2A-9905-4746-9C56-E63B8F2D985A}" srcId="{98585913-5F54-47C8-B11D-FC878080ED10}" destId="{AD13EFE4-42FA-407A-97CC-F5DA0439C846}" srcOrd="3" destOrd="0" parTransId="{166ECA04-4A9E-47A8-8802-717D16E3E165}" sibTransId="{EA8224CA-D53B-4E27-B678-1D1D18FDB972}"/>
    <dgm:cxn modelId="{574A8A31-EA3E-4403-A3B0-350B725BA17D}" type="presOf" srcId="{A9B34012-8F43-4747-91A7-00E0E299D311}" destId="{F526F41D-C236-44DC-9841-E161BAC19683}" srcOrd="0" destOrd="0" presId="urn:microsoft.com/office/officeart/2024/layout/BulletTimeline"/>
    <dgm:cxn modelId="{2D53AA37-337B-4173-AC4E-C2C231122D67}" type="presOf" srcId="{BB2AF45C-6985-47A3-99F5-325464F6E981}" destId="{8C1E239F-94D9-46A6-83F3-227D14CDF797}" srcOrd="0" destOrd="0" presId="urn:microsoft.com/office/officeart/2024/layout/BulletTimeline"/>
    <dgm:cxn modelId="{75EAD639-E8E9-49A7-9ABE-28ED2692F9EF}" type="presOf" srcId="{98585913-5F54-47C8-B11D-FC878080ED10}" destId="{BA3E8A41-0896-4A4A-A69A-BAFF72C6E494}" srcOrd="0" destOrd="0" presId="urn:microsoft.com/office/officeart/2024/layout/BulletTimeline"/>
    <dgm:cxn modelId="{89284564-DC3D-4E24-8EF1-5FEB81B21E98}" srcId="{7667BA8E-B79B-48B2-AF67-E07EFFDCDB2C}" destId="{81D95C89-CA3C-4788-8438-CAB3C54B3677}" srcOrd="0" destOrd="0" parTransId="{88A91E62-A602-4AAA-BB75-F10F235AB492}" sibTransId="{50E36B8F-5D68-4A80-9CE2-0AC73E6584B5}"/>
    <dgm:cxn modelId="{B789A345-FDF3-4DC1-B24C-5B6E2AEB57E8}" type="presOf" srcId="{A16C07EC-2C94-4D24-8F7D-6DFDDA56D8D7}" destId="{A44BC4D5-3C59-4445-99E8-7602C26285C3}" srcOrd="0" destOrd="0" presId="urn:microsoft.com/office/officeart/2024/layout/BulletTimeline"/>
    <dgm:cxn modelId="{E91BCC48-737B-4928-B5F9-6C2A67308504}" srcId="{98585913-5F54-47C8-B11D-FC878080ED10}" destId="{ACD39856-9275-47B9-8859-291E9758A2CB}" srcOrd="5" destOrd="0" parTransId="{8559DFB6-D84F-490A-A58D-E8B6FF83CFCE}" sibTransId="{09FDE3CE-B3D8-4BFC-ABEC-B46418093277}"/>
    <dgm:cxn modelId="{6CBD6E50-0CA1-4035-BC48-49CD4EB3D698}" type="presOf" srcId="{DB58F329-F649-4FE6-AE7E-55D98ACA4F71}" destId="{28455B08-0882-4F09-A84D-92433D6A6C8E}" srcOrd="0" destOrd="0" presId="urn:microsoft.com/office/officeart/2024/layout/BulletTimeline"/>
    <dgm:cxn modelId="{A7537572-34A6-4E5B-B7A1-9CF5B19DFE8D}" srcId="{98585913-5F54-47C8-B11D-FC878080ED10}" destId="{408A50FC-B963-4D64-8169-93FDF1A46532}" srcOrd="1" destOrd="0" parTransId="{1B27A9CB-219F-43CE-9B8C-4FF9178B6539}" sibTransId="{6418B7E5-F1C0-4B70-8D3C-5ADF0D66F9C6}"/>
    <dgm:cxn modelId="{22EE9D75-1233-4D7F-9ABA-6BF60AF166FC}" srcId="{C1CA8FA7-214E-4089-95A1-E03B821F5CBA}" destId="{2B7DDB68-366B-40C5-AE2E-E6D857AFEA61}" srcOrd="0" destOrd="0" parTransId="{0C858338-DE41-44B6-8BC0-2A6E16A098EB}" sibTransId="{2CAB56B7-EE89-48A3-AEAA-58175EEB1A7A}"/>
    <dgm:cxn modelId="{D73FA576-BDD5-4A43-A30D-2C529C6AFE49}" type="presOf" srcId="{AD13EFE4-42FA-407A-97CC-F5DA0439C846}" destId="{97B9F791-77D9-4504-986B-EBD83FACF4F2}" srcOrd="0" destOrd="0" presId="urn:microsoft.com/office/officeart/2024/layout/BulletTimeline"/>
    <dgm:cxn modelId="{C5E71E57-EA9B-4111-8DFA-998A109971A8}" type="presOf" srcId="{92D96BA0-892E-4C9D-9CAA-4789C0781970}" destId="{2B7901EA-6663-4338-9676-39B7B06480A7}" srcOrd="0" destOrd="0" presId="urn:microsoft.com/office/officeart/2024/layout/BulletTimeline"/>
    <dgm:cxn modelId="{77BDAF7E-625F-400B-8AC5-C98D3969F228}" srcId="{AD13EFE4-42FA-407A-97CC-F5DA0439C846}" destId="{A9B34012-8F43-4747-91A7-00E0E299D311}" srcOrd="0" destOrd="0" parTransId="{B191CED2-8264-428E-B1A4-BE43D7B67CAA}" sibTransId="{BA1B8783-F4A3-44C8-B1A3-4995EA37CCA5}"/>
    <dgm:cxn modelId="{884AB580-5E55-4188-B3D6-97F167D9A60C}" srcId="{22041401-8AD0-499E-904E-AE6B9BDEFE79}" destId="{DB58F329-F649-4FE6-AE7E-55D98ACA4F71}" srcOrd="0" destOrd="0" parTransId="{B64F872D-7AE4-4080-BAFD-8497AC4DE8D5}" sibTransId="{6CC25425-6329-4B3D-AF8E-528E2AF5E688}"/>
    <dgm:cxn modelId="{80E2C785-4360-47FF-8FD8-96C23B76B7C5}" srcId="{A16C07EC-2C94-4D24-8F7D-6DFDDA56D8D7}" destId="{B0B41D33-C596-4103-B572-9B832BB51194}" srcOrd="0" destOrd="0" parTransId="{02425F6B-47DF-456A-88EC-CDD05CACBC3B}" sibTransId="{C2ABB4DD-114C-4C1B-A9D0-FF9536F1B25F}"/>
    <dgm:cxn modelId="{87CA1A86-7FFE-40F1-BC95-A9580DF4C2AB}" type="presOf" srcId="{2B7DDB68-366B-40C5-AE2E-E6D857AFEA61}" destId="{9A01388C-817A-4AA1-A228-1BD1A6DF6EAA}" srcOrd="0" destOrd="0" presId="urn:microsoft.com/office/officeart/2024/layout/BulletTimeline"/>
    <dgm:cxn modelId="{171FAA8A-E1A2-4787-9192-DF077A881D47}" type="presOf" srcId="{81D95C89-CA3C-4788-8438-CAB3C54B3677}" destId="{692C31D3-5848-491A-A841-FD350B9DA90E}" srcOrd="0" destOrd="0" presId="urn:microsoft.com/office/officeart/2024/layout/BulletTimeline"/>
    <dgm:cxn modelId="{4038218D-22AA-4226-AB39-F08FFF56FC24}" srcId="{943164F5-B690-4105-ADBD-141976AB2825}" destId="{BB2AF45C-6985-47A3-99F5-325464F6E981}" srcOrd="0" destOrd="0" parTransId="{10B82A51-E7D0-46C7-8956-C71BA8D148E4}" sibTransId="{BEFB5652-C8E8-48DC-A10F-0EC99F1E1527}"/>
    <dgm:cxn modelId="{E530C295-2828-4910-89C3-49EFDE88D54B}" srcId="{98585913-5F54-47C8-B11D-FC878080ED10}" destId="{C1CA8FA7-214E-4089-95A1-E03B821F5CBA}" srcOrd="4" destOrd="0" parTransId="{D7FCD671-81B0-4B18-8782-2FD23EFF1F86}" sibTransId="{3E8E9D8A-8259-416F-AA33-8EC884B69BC4}"/>
    <dgm:cxn modelId="{FD392097-0C0C-4E60-ADB7-6065F66496F7}" type="presOf" srcId="{E342089E-0C63-463F-AEE7-F18BA32DCC1B}" destId="{40941C34-CD58-4641-91F6-E1F24B7FE5E3}" srcOrd="0" destOrd="0" presId="urn:microsoft.com/office/officeart/2024/layout/BulletTimeline"/>
    <dgm:cxn modelId="{C443A79D-1FAE-4A28-AA76-8CE8F0A4A9D7}" type="presOf" srcId="{22041401-8AD0-499E-904E-AE6B9BDEFE79}" destId="{71B737A0-2024-4220-A94B-44121B325E04}" srcOrd="0" destOrd="0" presId="urn:microsoft.com/office/officeart/2024/layout/BulletTimeline"/>
    <dgm:cxn modelId="{8CFF93B6-CA1A-4B0D-A2E0-B3E043C70B2F}" type="presOf" srcId="{0AC124AD-5ED0-44A6-8291-A6FC7BE4B1F3}" destId="{E4133748-B8E4-440E-8C7A-CDB76CF552D3}" srcOrd="0" destOrd="0" presId="urn:microsoft.com/office/officeart/2024/layout/BulletTimeline"/>
    <dgm:cxn modelId="{320695BC-58D4-4D89-841D-9EC28906799B}" srcId="{98585913-5F54-47C8-B11D-FC878080ED10}" destId="{7667BA8E-B79B-48B2-AF67-E07EFFDCDB2C}" srcOrd="8" destOrd="0" parTransId="{2FCA6862-17D2-40FF-95D3-2C7E7EE5B6CA}" sibTransId="{B7E1C8C1-3270-4655-A492-020595B2724A}"/>
    <dgm:cxn modelId="{7D1047C4-5509-4C82-A490-E6185CA2B3DF}" type="presOf" srcId="{408A50FC-B963-4D64-8169-93FDF1A46532}" destId="{E2184517-86C6-4BBC-BB25-50C3727B16EC}" srcOrd="0" destOrd="0" presId="urn:microsoft.com/office/officeart/2024/layout/BulletTimeline"/>
    <dgm:cxn modelId="{D2FB66CA-03D5-4D2E-89B3-57DF190DE290}" srcId="{98585913-5F54-47C8-B11D-FC878080ED10}" destId="{22041401-8AD0-499E-904E-AE6B9BDEFE79}" srcOrd="7" destOrd="0" parTransId="{C56392AC-BD73-4B92-845A-A48CD14DEA5F}" sibTransId="{EE6625E5-0942-45DA-9AF7-A01693FBF2FE}"/>
    <dgm:cxn modelId="{B3EB2ED5-F433-4414-8CD8-3F38DF9FD459}" type="presOf" srcId="{C1CA8FA7-214E-4089-95A1-E03B821F5CBA}" destId="{92E3FB62-7F24-46CA-ABDB-900415E14B8E}" srcOrd="0" destOrd="0" presId="urn:microsoft.com/office/officeart/2024/layout/BulletTimeline"/>
    <dgm:cxn modelId="{9210C0D8-C75B-411B-95C4-562127A397F4}" type="presOf" srcId="{58F58F15-031B-4287-A416-31A9EC990F2E}" destId="{7E5C837D-C7F6-42EB-9BEA-0D8393E6B227}" srcOrd="0" destOrd="0" presId="urn:microsoft.com/office/officeart/2024/layout/BulletTimeline"/>
    <dgm:cxn modelId="{74DC9AE3-7E4F-4E2D-BC88-9CAFBAD248F4}" srcId="{58F58F15-031B-4287-A416-31A9EC990F2E}" destId="{0AC124AD-5ED0-44A6-8291-A6FC7BE4B1F3}" srcOrd="0" destOrd="0" parTransId="{2556AEB1-6140-4F3E-8793-B3E0B83C8161}" sibTransId="{BD564CC5-2B67-489E-BE14-9248C6B624BB}"/>
    <dgm:cxn modelId="{D74CC6F6-EEAE-4A0A-A4F0-14B89496032D}" type="presOf" srcId="{7667BA8E-B79B-48B2-AF67-E07EFFDCDB2C}" destId="{C66B0EA0-7536-4F39-985B-197EA5B01F1E}" srcOrd="0" destOrd="0" presId="urn:microsoft.com/office/officeart/2024/layout/BulletTimeline"/>
    <dgm:cxn modelId="{F85EE2F7-A5A2-49ED-A3A4-6B4245F90CB1}" srcId="{98585913-5F54-47C8-B11D-FC878080ED10}" destId="{A16C07EC-2C94-4D24-8F7D-6DFDDA56D8D7}" srcOrd="0" destOrd="0" parTransId="{5D661184-6C3A-4B63-B963-45ED42E68D72}" sibTransId="{714EDAD7-F71D-454B-B6B8-A1747A663A4D}"/>
    <dgm:cxn modelId="{03D2B7FA-7C7B-458D-8275-5D8D261F5997}" srcId="{ACD39856-9275-47B9-8859-291E9758A2CB}" destId="{E342089E-0C63-463F-AEE7-F18BA32DCC1B}" srcOrd="0" destOrd="0" parTransId="{9CBFDA36-4DAA-4D91-9310-416A525E88A1}" sibTransId="{63D3F4C7-A573-4C98-9EAB-DA5BC8E44882}"/>
    <dgm:cxn modelId="{F79EC346-E124-45D0-A609-0B682ED67751}" type="presParOf" srcId="{BA3E8A41-0896-4A4A-A69A-BAFF72C6E494}" destId="{272A7219-45BA-4634-AFAE-FCB180A71486}" srcOrd="0" destOrd="0" presId="urn:microsoft.com/office/officeart/2024/layout/BulletTimeline"/>
    <dgm:cxn modelId="{2E50A550-F12A-48A6-9A2B-C9BEEA17BB21}" type="presParOf" srcId="{272A7219-45BA-4634-AFAE-FCB180A71486}" destId="{5EDEFA58-2DC8-48E3-A0CF-21471C488DEE}" srcOrd="0" destOrd="0" presId="urn:microsoft.com/office/officeart/2024/layout/BulletTimeline"/>
    <dgm:cxn modelId="{5A49A6D7-BD63-40CA-9791-97F4EC26E685}" type="presParOf" srcId="{272A7219-45BA-4634-AFAE-FCB180A71486}" destId="{64A0864F-92AD-4826-8E34-DB95E011F895}" srcOrd="1" destOrd="0" presId="urn:microsoft.com/office/officeart/2024/layout/BulletTimeline"/>
    <dgm:cxn modelId="{93A31624-0977-4105-9013-9AFD2FAC3138}" type="presParOf" srcId="{BA3E8A41-0896-4A4A-A69A-BAFF72C6E494}" destId="{6DC0839E-6011-4292-B714-D1ED5DD2F640}" srcOrd="1" destOrd="0" presId="urn:microsoft.com/office/officeart/2024/layout/BulletTimeline"/>
    <dgm:cxn modelId="{793A5BA9-2569-427D-8B97-F6ADBF49DB4A}" type="presParOf" srcId="{6DC0839E-6011-4292-B714-D1ED5DD2F640}" destId="{95812423-99DB-428E-9274-08B570EAE271}" srcOrd="0" destOrd="0" presId="urn:microsoft.com/office/officeart/2024/layout/BulletTimeline"/>
    <dgm:cxn modelId="{902FC42A-B801-48DE-813A-9DA631C1458C}" type="presParOf" srcId="{95812423-99DB-428E-9274-08B570EAE271}" destId="{A7366144-8294-4B94-838B-6392940EBD53}" srcOrd="0" destOrd="0" presId="urn:microsoft.com/office/officeart/2024/layout/BulletTimeline"/>
    <dgm:cxn modelId="{B8EFECB7-D35D-4177-A227-57DCAB365505}" type="presParOf" srcId="{A7366144-8294-4B94-838B-6392940EBD53}" destId="{0642BB6A-9976-4076-A298-E9A05390E9DD}" srcOrd="0" destOrd="0" presId="urn:microsoft.com/office/officeart/2024/layout/BulletTimeline"/>
    <dgm:cxn modelId="{9344F4E6-E775-4541-98C8-2CDE964FE082}" type="presParOf" srcId="{A7366144-8294-4B94-838B-6392940EBD53}" destId="{6A15EE31-CC6E-4E2D-A1DC-CBDC46DC6AF9}" srcOrd="1" destOrd="0" presId="urn:microsoft.com/office/officeart/2024/layout/BulletTimeline"/>
    <dgm:cxn modelId="{1D1FA40C-5DB8-4381-B6D4-B83611B77756}" type="presParOf" srcId="{95812423-99DB-428E-9274-08B570EAE271}" destId="{CCB34F38-3A4F-4EE5-AE3A-566CBEA0E211}" srcOrd="1" destOrd="0" presId="urn:microsoft.com/office/officeart/2024/layout/BulletTimeline"/>
    <dgm:cxn modelId="{9C70640B-443C-4236-8EE3-DE328029DC81}" type="presParOf" srcId="{95812423-99DB-428E-9274-08B570EAE271}" destId="{A44BC4D5-3C59-4445-99E8-7602C26285C3}" srcOrd="2" destOrd="0" presId="urn:microsoft.com/office/officeart/2024/layout/BulletTimeline"/>
    <dgm:cxn modelId="{99CC3711-8A8B-4BB9-855D-3832D6EE5329}" type="presParOf" srcId="{95812423-99DB-428E-9274-08B570EAE271}" destId="{1C6FFF2F-B187-48C7-8B44-CF7FD922277C}" srcOrd="3" destOrd="0" presId="urn:microsoft.com/office/officeart/2024/layout/BulletTimeline"/>
    <dgm:cxn modelId="{CEF9E64F-F39A-48AB-BEA2-5368411C5BE7}" type="presParOf" srcId="{95812423-99DB-428E-9274-08B570EAE271}" destId="{477FAF30-2928-484D-BC73-B9980E56889D}" srcOrd="4" destOrd="0" presId="urn:microsoft.com/office/officeart/2024/layout/BulletTimeline"/>
    <dgm:cxn modelId="{ABC279B1-E722-4856-A012-AF582B2A4828}" type="presParOf" srcId="{477FAF30-2928-484D-BC73-B9980E56889D}" destId="{38A784B6-EB53-4CDE-9444-618BFF53968C}" srcOrd="0" destOrd="0" presId="urn:microsoft.com/office/officeart/2024/layout/BulletTimeline"/>
    <dgm:cxn modelId="{7AA8BC84-2D14-4AE6-BB7B-0D242E13CAD9}" type="presParOf" srcId="{95812423-99DB-428E-9274-08B570EAE271}" destId="{FE0BF04C-94C6-48B5-B981-0F6DF2F3C20D}" srcOrd="5" destOrd="0" presId="urn:microsoft.com/office/officeart/2024/layout/BulletTimeline"/>
    <dgm:cxn modelId="{FCCA637C-2AB7-4040-AEAC-4A9D30E3FE51}" type="presParOf" srcId="{6DC0839E-6011-4292-B714-D1ED5DD2F640}" destId="{D6754418-EAED-416A-AC4F-7B07CE08F66C}" srcOrd="1" destOrd="0" presId="urn:microsoft.com/office/officeart/2024/layout/BulletTimeline"/>
    <dgm:cxn modelId="{241CC518-F307-4A2D-828A-D08F6FA8BBD0}" type="presParOf" srcId="{6DC0839E-6011-4292-B714-D1ED5DD2F640}" destId="{BB08C13F-0B34-4052-831F-EBE152080F55}" srcOrd="2" destOrd="0" presId="urn:microsoft.com/office/officeart/2024/layout/BulletTimeline"/>
    <dgm:cxn modelId="{C2440A1B-C249-4F91-A3A7-F7D2B72F4531}" type="presParOf" srcId="{BB08C13F-0B34-4052-831F-EBE152080F55}" destId="{CCC82F89-8C88-481E-B6AD-6B0CED182072}" srcOrd="0" destOrd="0" presId="urn:microsoft.com/office/officeart/2024/layout/BulletTimeline"/>
    <dgm:cxn modelId="{A28B4D33-08A7-4032-B71F-E56CCFA24BCB}" type="presParOf" srcId="{CCC82F89-8C88-481E-B6AD-6B0CED182072}" destId="{516ACC2F-1876-43B6-9173-F63073EB3477}" srcOrd="0" destOrd="0" presId="urn:microsoft.com/office/officeart/2024/layout/BulletTimeline"/>
    <dgm:cxn modelId="{27B03513-BC98-4C28-8A13-DF4E276738FD}" type="presParOf" srcId="{CCC82F89-8C88-481E-B6AD-6B0CED182072}" destId="{DDE512A3-7F30-4159-BD6A-F44F26F2E836}" srcOrd="1" destOrd="0" presId="urn:microsoft.com/office/officeart/2024/layout/BulletTimeline"/>
    <dgm:cxn modelId="{2C3F3BC9-1F31-4C07-8F4C-2D1A2A7B0AC2}" type="presParOf" srcId="{BB08C13F-0B34-4052-831F-EBE152080F55}" destId="{2B7901EA-6663-4338-9676-39B7B06480A7}" srcOrd="1" destOrd="0" presId="urn:microsoft.com/office/officeart/2024/layout/BulletTimeline"/>
    <dgm:cxn modelId="{6759D4C9-B193-48A1-B2A5-341ED29E5890}" type="presParOf" srcId="{BB08C13F-0B34-4052-831F-EBE152080F55}" destId="{E2184517-86C6-4BBC-BB25-50C3727B16EC}" srcOrd="2" destOrd="0" presId="urn:microsoft.com/office/officeart/2024/layout/BulletTimeline"/>
    <dgm:cxn modelId="{81D67808-CA36-4E91-8048-41138DDC4EEE}" type="presParOf" srcId="{BB08C13F-0B34-4052-831F-EBE152080F55}" destId="{D12C939E-ADA8-42BA-8480-BB1783149F93}" srcOrd="3" destOrd="0" presId="urn:microsoft.com/office/officeart/2024/layout/BulletTimeline"/>
    <dgm:cxn modelId="{2F6E83E3-39A0-4B85-93EA-7580A9A00E73}" type="presParOf" srcId="{BB08C13F-0B34-4052-831F-EBE152080F55}" destId="{57D63BB2-EBF2-4C4B-900F-4996507007E7}" srcOrd="4" destOrd="0" presId="urn:microsoft.com/office/officeart/2024/layout/BulletTimeline"/>
    <dgm:cxn modelId="{E3D36FD9-9702-4BC3-AF55-DE6669C21233}" type="presParOf" srcId="{57D63BB2-EBF2-4C4B-900F-4996507007E7}" destId="{D5ED577B-3D15-4E25-8D2E-F72129705632}" srcOrd="0" destOrd="0" presId="urn:microsoft.com/office/officeart/2024/layout/BulletTimeline"/>
    <dgm:cxn modelId="{592CE392-2533-43A7-8C9A-028F939A2419}" type="presParOf" srcId="{BB08C13F-0B34-4052-831F-EBE152080F55}" destId="{33888703-E04A-4D11-B7C6-B81D9F1F2AA6}" srcOrd="5" destOrd="0" presId="urn:microsoft.com/office/officeart/2024/layout/BulletTimeline"/>
    <dgm:cxn modelId="{07CF8DBB-4010-4930-A0AB-01CB2B07115D}" type="presParOf" srcId="{6DC0839E-6011-4292-B714-D1ED5DD2F640}" destId="{28422E5B-FEEF-4340-B963-D1E4077A48E9}" srcOrd="3" destOrd="0" presId="urn:microsoft.com/office/officeart/2024/layout/BulletTimeline"/>
    <dgm:cxn modelId="{6E0E038E-D03A-429B-B6C6-45C717AF6F19}" type="presParOf" srcId="{6DC0839E-6011-4292-B714-D1ED5DD2F640}" destId="{4865EDFD-9BA9-48DE-AA05-5260301C0661}" srcOrd="4" destOrd="0" presId="urn:microsoft.com/office/officeart/2024/layout/BulletTimeline"/>
    <dgm:cxn modelId="{35FF08E8-FA85-4597-A9D6-676E1CC19BCC}" type="presParOf" srcId="{4865EDFD-9BA9-48DE-AA05-5260301C0661}" destId="{1DCC52B8-9B04-4B75-8103-7B3185CA19AB}" srcOrd="0" destOrd="0" presId="urn:microsoft.com/office/officeart/2024/layout/BulletTimeline"/>
    <dgm:cxn modelId="{C81267BD-A613-4F3A-871A-6D26C224F8BB}" type="presParOf" srcId="{1DCC52B8-9B04-4B75-8103-7B3185CA19AB}" destId="{C2CA0981-D9DC-42D0-A79D-30EC38133097}" srcOrd="0" destOrd="0" presId="urn:microsoft.com/office/officeart/2024/layout/BulletTimeline"/>
    <dgm:cxn modelId="{E4D56050-AF8F-4683-BF7F-422EFD4ED991}" type="presParOf" srcId="{1DCC52B8-9B04-4B75-8103-7B3185CA19AB}" destId="{DB1C708F-C456-4E39-8736-76C0AE696C37}" srcOrd="1" destOrd="0" presId="urn:microsoft.com/office/officeart/2024/layout/BulletTimeline"/>
    <dgm:cxn modelId="{909A89B9-A299-4635-B7DE-F3DF4A5D81D7}" type="presParOf" srcId="{4865EDFD-9BA9-48DE-AA05-5260301C0661}" destId="{E4133748-B8E4-440E-8C7A-CDB76CF552D3}" srcOrd="1" destOrd="0" presId="urn:microsoft.com/office/officeart/2024/layout/BulletTimeline"/>
    <dgm:cxn modelId="{B4D621CD-8A04-411E-98E9-A96A50E95D77}" type="presParOf" srcId="{4865EDFD-9BA9-48DE-AA05-5260301C0661}" destId="{7E5C837D-C7F6-42EB-9BEA-0D8393E6B227}" srcOrd="2" destOrd="0" presId="urn:microsoft.com/office/officeart/2024/layout/BulletTimeline"/>
    <dgm:cxn modelId="{C647FE9F-E455-4C0A-A837-BC71FB9C5716}" type="presParOf" srcId="{4865EDFD-9BA9-48DE-AA05-5260301C0661}" destId="{6458AA1F-9B59-4FCC-96FC-7202EE675C27}" srcOrd="3" destOrd="0" presId="urn:microsoft.com/office/officeart/2024/layout/BulletTimeline"/>
    <dgm:cxn modelId="{36CAD9A4-5984-4479-972B-10180A26A06F}" type="presParOf" srcId="{4865EDFD-9BA9-48DE-AA05-5260301C0661}" destId="{E3A48613-B027-43E9-84A5-6F5B8A9CDDF5}" srcOrd="4" destOrd="0" presId="urn:microsoft.com/office/officeart/2024/layout/BulletTimeline"/>
    <dgm:cxn modelId="{6B26B275-8650-4207-AA55-265D12F0BD91}" type="presParOf" srcId="{E3A48613-B027-43E9-84A5-6F5B8A9CDDF5}" destId="{3F788E61-D513-4D4D-8373-F0BF11CD32F0}" srcOrd="0" destOrd="0" presId="urn:microsoft.com/office/officeart/2024/layout/BulletTimeline"/>
    <dgm:cxn modelId="{BDFDC901-8107-4222-AFBE-662DE8E46828}" type="presParOf" srcId="{4865EDFD-9BA9-48DE-AA05-5260301C0661}" destId="{81876A14-88FB-4010-906F-2151EE86655D}" srcOrd="5" destOrd="0" presId="urn:microsoft.com/office/officeart/2024/layout/BulletTimeline"/>
    <dgm:cxn modelId="{EA2C6B69-C129-41E2-95FF-84A090C96F0B}" type="presParOf" srcId="{6DC0839E-6011-4292-B714-D1ED5DD2F640}" destId="{5813DC3F-8B0A-41B8-8CE1-15FC830ED479}" srcOrd="5" destOrd="0" presId="urn:microsoft.com/office/officeart/2024/layout/BulletTimeline"/>
    <dgm:cxn modelId="{895D9604-CCC0-4BEA-B3F1-F6B84291302A}" type="presParOf" srcId="{6DC0839E-6011-4292-B714-D1ED5DD2F640}" destId="{177B1BF1-91C5-4855-8BFC-E6E610202A79}" srcOrd="6" destOrd="0" presId="urn:microsoft.com/office/officeart/2024/layout/BulletTimeline"/>
    <dgm:cxn modelId="{030B5280-672B-4545-8D15-C8112F5DC779}" type="presParOf" srcId="{177B1BF1-91C5-4855-8BFC-E6E610202A79}" destId="{A4E6620C-7AFF-4A41-ADDC-4DF007D38A1C}" srcOrd="0" destOrd="0" presId="urn:microsoft.com/office/officeart/2024/layout/BulletTimeline"/>
    <dgm:cxn modelId="{6C26F192-2D48-409A-908D-966F43FA494B}" type="presParOf" srcId="{A4E6620C-7AFF-4A41-ADDC-4DF007D38A1C}" destId="{3A91FF4D-4401-4D92-90BE-74B5B24A404E}" srcOrd="0" destOrd="0" presId="urn:microsoft.com/office/officeart/2024/layout/BulletTimeline"/>
    <dgm:cxn modelId="{5A1D8C60-0B84-4A9E-9C71-F4889FEA5543}" type="presParOf" srcId="{A4E6620C-7AFF-4A41-ADDC-4DF007D38A1C}" destId="{BCD3141E-E75B-49E5-ACAA-C4988F07AF9D}" srcOrd="1" destOrd="0" presId="urn:microsoft.com/office/officeart/2024/layout/BulletTimeline"/>
    <dgm:cxn modelId="{969E96F1-47A6-4A5C-8ABC-AA068E047DD4}" type="presParOf" srcId="{177B1BF1-91C5-4855-8BFC-E6E610202A79}" destId="{F526F41D-C236-44DC-9841-E161BAC19683}" srcOrd="1" destOrd="0" presId="urn:microsoft.com/office/officeart/2024/layout/BulletTimeline"/>
    <dgm:cxn modelId="{FDFEDB3B-41EE-47E8-82C5-2EFE9417C36D}" type="presParOf" srcId="{177B1BF1-91C5-4855-8BFC-E6E610202A79}" destId="{97B9F791-77D9-4504-986B-EBD83FACF4F2}" srcOrd="2" destOrd="0" presId="urn:microsoft.com/office/officeart/2024/layout/BulletTimeline"/>
    <dgm:cxn modelId="{FA86DFAF-4D32-45A1-85CD-08DB46957967}" type="presParOf" srcId="{177B1BF1-91C5-4855-8BFC-E6E610202A79}" destId="{5A3A2062-620A-4703-9E0C-B44D5CBC0AA1}" srcOrd="3" destOrd="0" presId="urn:microsoft.com/office/officeart/2024/layout/BulletTimeline"/>
    <dgm:cxn modelId="{7135D7EB-B35A-46FD-A121-0F7601F388E3}" type="presParOf" srcId="{177B1BF1-91C5-4855-8BFC-E6E610202A79}" destId="{11F23C97-1F4F-4B06-B6BC-BEE19BC425CC}" srcOrd="4" destOrd="0" presId="urn:microsoft.com/office/officeart/2024/layout/BulletTimeline"/>
    <dgm:cxn modelId="{67AC761A-7A61-4541-B5C2-32910A372191}" type="presParOf" srcId="{11F23C97-1F4F-4B06-B6BC-BEE19BC425CC}" destId="{71B099E1-836A-4D33-AD3A-B40AC5376338}" srcOrd="0" destOrd="0" presId="urn:microsoft.com/office/officeart/2024/layout/BulletTimeline"/>
    <dgm:cxn modelId="{931A1DEF-106A-4E25-A871-27FBF8A9EFEC}" type="presParOf" srcId="{177B1BF1-91C5-4855-8BFC-E6E610202A79}" destId="{AB500F98-7DFD-433A-9743-B9F611F0C370}" srcOrd="5" destOrd="0" presId="urn:microsoft.com/office/officeart/2024/layout/BulletTimeline"/>
    <dgm:cxn modelId="{4ED3EFAD-C6B5-4E5F-A31D-227EA8F73B73}" type="presParOf" srcId="{6DC0839E-6011-4292-B714-D1ED5DD2F640}" destId="{BE685CA3-6580-4749-9962-052ED3EF7C44}" srcOrd="7" destOrd="0" presId="urn:microsoft.com/office/officeart/2024/layout/BulletTimeline"/>
    <dgm:cxn modelId="{9A121C11-DA42-4691-B080-EB5EDBD05615}" type="presParOf" srcId="{6DC0839E-6011-4292-B714-D1ED5DD2F640}" destId="{047A2DF7-D36C-40BB-B558-1AC67DD182A6}" srcOrd="8" destOrd="0" presId="urn:microsoft.com/office/officeart/2024/layout/BulletTimeline"/>
    <dgm:cxn modelId="{E6956F02-0C6A-4E08-8478-364B27FED948}" type="presParOf" srcId="{047A2DF7-D36C-40BB-B558-1AC67DD182A6}" destId="{391F073E-EA54-43F2-8BAE-16D1342906F2}" srcOrd="0" destOrd="0" presId="urn:microsoft.com/office/officeart/2024/layout/BulletTimeline"/>
    <dgm:cxn modelId="{CFBA9904-D54D-457C-9ED1-38B45A1FAC38}" type="presParOf" srcId="{391F073E-EA54-43F2-8BAE-16D1342906F2}" destId="{1EF2A232-469E-4B05-8DEC-D6271ADC129C}" srcOrd="0" destOrd="0" presId="urn:microsoft.com/office/officeart/2024/layout/BulletTimeline"/>
    <dgm:cxn modelId="{114663E8-41A3-4BB7-9EA2-72469C418DBA}" type="presParOf" srcId="{391F073E-EA54-43F2-8BAE-16D1342906F2}" destId="{3C76B223-8E5F-45B3-87AE-8EDB863F5B5F}" srcOrd="1" destOrd="0" presId="urn:microsoft.com/office/officeart/2024/layout/BulletTimeline"/>
    <dgm:cxn modelId="{B5580FDA-D620-4115-A0E7-F44DAD391A3D}" type="presParOf" srcId="{047A2DF7-D36C-40BB-B558-1AC67DD182A6}" destId="{9A01388C-817A-4AA1-A228-1BD1A6DF6EAA}" srcOrd="1" destOrd="0" presId="urn:microsoft.com/office/officeart/2024/layout/BulletTimeline"/>
    <dgm:cxn modelId="{0961E43B-A532-493F-AB9D-6D934D5A5204}" type="presParOf" srcId="{047A2DF7-D36C-40BB-B558-1AC67DD182A6}" destId="{92E3FB62-7F24-46CA-ABDB-900415E14B8E}" srcOrd="2" destOrd="0" presId="urn:microsoft.com/office/officeart/2024/layout/BulletTimeline"/>
    <dgm:cxn modelId="{FE7E341B-F273-46CA-A74B-C8889DF8B619}" type="presParOf" srcId="{047A2DF7-D36C-40BB-B558-1AC67DD182A6}" destId="{0D94CA0F-A19D-4B39-B02C-B86FFB94F054}" srcOrd="3" destOrd="0" presId="urn:microsoft.com/office/officeart/2024/layout/BulletTimeline"/>
    <dgm:cxn modelId="{AE8C0FD5-B7D9-4159-8720-ED44CF6014FE}" type="presParOf" srcId="{047A2DF7-D36C-40BB-B558-1AC67DD182A6}" destId="{06F336CC-26F9-4964-A296-F40725004FA9}" srcOrd="4" destOrd="0" presId="urn:microsoft.com/office/officeart/2024/layout/BulletTimeline"/>
    <dgm:cxn modelId="{9FBFDD94-EC35-4B37-BC6D-E3A029AB85F4}" type="presParOf" srcId="{06F336CC-26F9-4964-A296-F40725004FA9}" destId="{9ACE68BE-43EC-4495-AF10-0416F60CEE16}" srcOrd="0" destOrd="0" presId="urn:microsoft.com/office/officeart/2024/layout/BulletTimeline"/>
    <dgm:cxn modelId="{C40833D4-677E-45E9-941E-6F8C3905A1DD}" type="presParOf" srcId="{047A2DF7-D36C-40BB-B558-1AC67DD182A6}" destId="{3CB27400-47A1-4950-A22D-00B1002F649D}" srcOrd="5" destOrd="0" presId="urn:microsoft.com/office/officeart/2024/layout/BulletTimeline"/>
    <dgm:cxn modelId="{FD261850-99A1-40AB-8059-E4C3CBA3FDD0}" type="presParOf" srcId="{6DC0839E-6011-4292-B714-D1ED5DD2F640}" destId="{9CFF6C80-42B6-45A2-B832-8B4A8FC7BBF5}" srcOrd="9" destOrd="0" presId="urn:microsoft.com/office/officeart/2024/layout/BulletTimeline"/>
    <dgm:cxn modelId="{22720070-35CC-4B18-BD4E-A82D27EBBBCA}" type="presParOf" srcId="{6DC0839E-6011-4292-B714-D1ED5DD2F640}" destId="{00081267-8AF4-4D1F-B39B-F72228017C58}" srcOrd="10" destOrd="0" presId="urn:microsoft.com/office/officeart/2024/layout/BulletTimeline"/>
    <dgm:cxn modelId="{36A664DB-E568-4E61-AE61-2BD78C3B807F}" type="presParOf" srcId="{00081267-8AF4-4D1F-B39B-F72228017C58}" destId="{FF32DDE4-D91F-4B5A-B02C-F7E9F4506477}" srcOrd="0" destOrd="0" presId="urn:microsoft.com/office/officeart/2024/layout/BulletTimeline"/>
    <dgm:cxn modelId="{82F45992-2A96-4C82-95E8-6F5B934DC541}" type="presParOf" srcId="{FF32DDE4-D91F-4B5A-B02C-F7E9F4506477}" destId="{B13B7ABC-1DA5-4676-814A-CA515E4A3A8F}" srcOrd="0" destOrd="0" presId="urn:microsoft.com/office/officeart/2024/layout/BulletTimeline"/>
    <dgm:cxn modelId="{A6BF4259-E12F-4B19-82C8-45C3DE993FC3}" type="presParOf" srcId="{FF32DDE4-D91F-4B5A-B02C-F7E9F4506477}" destId="{54B402C5-EE0E-40EE-AC7B-A4094076C472}" srcOrd="1" destOrd="0" presId="urn:microsoft.com/office/officeart/2024/layout/BulletTimeline"/>
    <dgm:cxn modelId="{C50DE691-7759-4494-8962-00B560779968}" type="presParOf" srcId="{00081267-8AF4-4D1F-B39B-F72228017C58}" destId="{40941C34-CD58-4641-91F6-E1F24B7FE5E3}" srcOrd="1" destOrd="0" presId="urn:microsoft.com/office/officeart/2024/layout/BulletTimeline"/>
    <dgm:cxn modelId="{BC674DAB-57B2-48E8-8016-73A2BC6622E3}" type="presParOf" srcId="{00081267-8AF4-4D1F-B39B-F72228017C58}" destId="{04483CA3-F6BC-4323-A9C6-6859C39EA8E0}" srcOrd="2" destOrd="0" presId="urn:microsoft.com/office/officeart/2024/layout/BulletTimeline"/>
    <dgm:cxn modelId="{4E8D5FBC-D9B2-41DD-B6A1-170E698E5C94}" type="presParOf" srcId="{00081267-8AF4-4D1F-B39B-F72228017C58}" destId="{ED79B79A-638B-4C56-8BBC-26DC94E18D1E}" srcOrd="3" destOrd="0" presId="urn:microsoft.com/office/officeart/2024/layout/BulletTimeline"/>
    <dgm:cxn modelId="{2E806278-1296-4A63-9519-E18CD9BDE948}" type="presParOf" srcId="{00081267-8AF4-4D1F-B39B-F72228017C58}" destId="{D275A51A-0F2B-4BEB-AA0F-513851A804A1}" srcOrd="4" destOrd="0" presId="urn:microsoft.com/office/officeart/2024/layout/BulletTimeline"/>
    <dgm:cxn modelId="{0CC168CF-D204-4492-9AAB-4BDBC74F2CA5}" type="presParOf" srcId="{D275A51A-0F2B-4BEB-AA0F-513851A804A1}" destId="{CD0FD0FA-C176-4280-B0E2-5EBBFD342D69}" srcOrd="0" destOrd="0" presId="urn:microsoft.com/office/officeart/2024/layout/BulletTimeline"/>
    <dgm:cxn modelId="{501A4BC6-6976-484F-A4D1-42772537EF87}" type="presParOf" srcId="{00081267-8AF4-4D1F-B39B-F72228017C58}" destId="{E55DAA5A-5F86-49B9-B269-8041910DD48E}" srcOrd="5" destOrd="0" presId="urn:microsoft.com/office/officeart/2024/layout/BulletTimeline"/>
    <dgm:cxn modelId="{3B52DC8C-4F45-405A-9ADE-F0A322261A19}" type="presParOf" srcId="{6DC0839E-6011-4292-B714-D1ED5DD2F640}" destId="{0A26011E-5EE0-4462-BD76-BFA563ACF89F}" srcOrd="11" destOrd="0" presId="urn:microsoft.com/office/officeart/2024/layout/BulletTimeline"/>
    <dgm:cxn modelId="{99617DE6-E78A-4586-B652-757728F44C3E}" type="presParOf" srcId="{6DC0839E-6011-4292-B714-D1ED5DD2F640}" destId="{F4541C7F-E2F6-49E8-8CAE-35810538C87B}" srcOrd="12" destOrd="0" presId="urn:microsoft.com/office/officeart/2024/layout/BulletTimeline"/>
    <dgm:cxn modelId="{10B3906D-4311-48EA-A00F-202CBC8C4737}" type="presParOf" srcId="{F4541C7F-E2F6-49E8-8CAE-35810538C87B}" destId="{424BB5D1-FCD3-4E98-99C9-32D63EAED1DC}" srcOrd="0" destOrd="0" presId="urn:microsoft.com/office/officeart/2024/layout/BulletTimeline"/>
    <dgm:cxn modelId="{A339DC4B-4ED7-4B60-9B56-AC889A2A8073}" type="presParOf" srcId="{424BB5D1-FCD3-4E98-99C9-32D63EAED1DC}" destId="{B069724D-7DBD-43FE-A065-12EE484FA440}" srcOrd="0" destOrd="0" presId="urn:microsoft.com/office/officeart/2024/layout/BulletTimeline"/>
    <dgm:cxn modelId="{ACDFA7D7-F8A1-4133-A8EB-4C5AD25BA354}" type="presParOf" srcId="{424BB5D1-FCD3-4E98-99C9-32D63EAED1DC}" destId="{39544671-74AC-42F9-8213-BF9D1AA3673C}" srcOrd="1" destOrd="0" presId="urn:microsoft.com/office/officeart/2024/layout/BulletTimeline"/>
    <dgm:cxn modelId="{6E9E5F5E-5B09-478E-9D82-CD7AE7D94867}" type="presParOf" srcId="{F4541C7F-E2F6-49E8-8CAE-35810538C87B}" destId="{8C1E239F-94D9-46A6-83F3-227D14CDF797}" srcOrd="1" destOrd="0" presId="urn:microsoft.com/office/officeart/2024/layout/BulletTimeline"/>
    <dgm:cxn modelId="{DB6170B2-CC90-4C32-AB5B-44BC9F09E716}" type="presParOf" srcId="{F4541C7F-E2F6-49E8-8CAE-35810538C87B}" destId="{1CD5080C-3C42-4BC5-9C77-17FB9590649E}" srcOrd="2" destOrd="0" presId="urn:microsoft.com/office/officeart/2024/layout/BulletTimeline"/>
    <dgm:cxn modelId="{55809F8C-86FB-494F-80FA-95FA46D0E2F0}" type="presParOf" srcId="{F4541C7F-E2F6-49E8-8CAE-35810538C87B}" destId="{A6C77553-FAC5-4D44-9777-BF96F1490F2B}" srcOrd="3" destOrd="0" presId="urn:microsoft.com/office/officeart/2024/layout/BulletTimeline"/>
    <dgm:cxn modelId="{192D2E92-E5AA-4A1B-9ACC-F53FEC28B39F}" type="presParOf" srcId="{F4541C7F-E2F6-49E8-8CAE-35810538C87B}" destId="{795AF03F-9BE7-4592-B949-C36F7832FE61}" srcOrd="4" destOrd="0" presId="urn:microsoft.com/office/officeart/2024/layout/BulletTimeline"/>
    <dgm:cxn modelId="{627BC14A-3968-4AF2-9448-FDFA78ADC015}" type="presParOf" srcId="{795AF03F-9BE7-4592-B949-C36F7832FE61}" destId="{37C367AF-CE19-42B7-96CF-667E9569F517}" srcOrd="0" destOrd="0" presId="urn:microsoft.com/office/officeart/2024/layout/BulletTimeline"/>
    <dgm:cxn modelId="{EB884EE8-1355-4921-A45F-3E133637C658}" type="presParOf" srcId="{F4541C7F-E2F6-49E8-8CAE-35810538C87B}" destId="{2BAFA810-1736-4770-A7CD-477DA47C8A63}" srcOrd="5" destOrd="0" presId="urn:microsoft.com/office/officeart/2024/layout/BulletTimeline"/>
    <dgm:cxn modelId="{63508F86-1F50-4EA9-B53B-312659D6FDD1}" type="presParOf" srcId="{6DC0839E-6011-4292-B714-D1ED5DD2F640}" destId="{865C56D2-956D-4267-9AA6-F2F725888F20}" srcOrd="13" destOrd="0" presId="urn:microsoft.com/office/officeart/2024/layout/BulletTimeline"/>
    <dgm:cxn modelId="{D564B29A-05DF-445D-BF28-284372B076FF}" type="presParOf" srcId="{6DC0839E-6011-4292-B714-D1ED5DD2F640}" destId="{0B550346-B0E4-4F86-91AD-CDF480DFC413}" srcOrd="14" destOrd="0" presId="urn:microsoft.com/office/officeart/2024/layout/BulletTimeline"/>
    <dgm:cxn modelId="{E55EE298-F8DA-4B62-ACE1-CEDDA7103649}" type="presParOf" srcId="{0B550346-B0E4-4F86-91AD-CDF480DFC413}" destId="{E7E8E3AB-0B31-49D6-9E59-F2664AA8C51C}" srcOrd="0" destOrd="0" presId="urn:microsoft.com/office/officeart/2024/layout/BulletTimeline"/>
    <dgm:cxn modelId="{C8073FD6-BA3E-4B8C-9567-5A155028F71A}" type="presParOf" srcId="{E7E8E3AB-0B31-49D6-9E59-F2664AA8C51C}" destId="{9872E6B6-0180-44BD-9F31-69AA1D91C6D6}" srcOrd="0" destOrd="0" presId="urn:microsoft.com/office/officeart/2024/layout/BulletTimeline"/>
    <dgm:cxn modelId="{6517DFFC-E0EB-414E-B2D9-89A21C09B562}" type="presParOf" srcId="{E7E8E3AB-0B31-49D6-9E59-F2664AA8C51C}" destId="{DC9005F1-6198-45FF-8C5C-85ABA4F28BA2}" srcOrd="1" destOrd="0" presId="urn:microsoft.com/office/officeart/2024/layout/BulletTimeline"/>
    <dgm:cxn modelId="{E4FC001B-9964-4E2F-B015-3D0D33CC5992}" type="presParOf" srcId="{0B550346-B0E4-4F86-91AD-CDF480DFC413}" destId="{28455B08-0882-4F09-A84D-92433D6A6C8E}" srcOrd="1" destOrd="0" presId="urn:microsoft.com/office/officeart/2024/layout/BulletTimeline"/>
    <dgm:cxn modelId="{3B562612-991B-428E-BD97-AAE4A02EA861}" type="presParOf" srcId="{0B550346-B0E4-4F86-91AD-CDF480DFC413}" destId="{71B737A0-2024-4220-A94B-44121B325E04}" srcOrd="2" destOrd="0" presId="urn:microsoft.com/office/officeart/2024/layout/BulletTimeline"/>
    <dgm:cxn modelId="{77C33DB4-449F-44E5-9FE8-2E0D4B80D30D}" type="presParOf" srcId="{0B550346-B0E4-4F86-91AD-CDF480DFC413}" destId="{19DA7A8E-F0A4-4BC9-A19A-5E9770719F5B}" srcOrd="3" destOrd="0" presId="urn:microsoft.com/office/officeart/2024/layout/BulletTimeline"/>
    <dgm:cxn modelId="{074AD68E-CE1C-49FD-BA47-591CF22F200D}" type="presParOf" srcId="{0B550346-B0E4-4F86-91AD-CDF480DFC413}" destId="{D00EE901-98A5-4F51-AD7A-32F34E521E9B}" srcOrd="4" destOrd="0" presId="urn:microsoft.com/office/officeart/2024/layout/BulletTimeline"/>
    <dgm:cxn modelId="{C4075430-2541-4E72-B493-0B0F78BCA9A9}" type="presParOf" srcId="{D00EE901-98A5-4F51-AD7A-32F34E521E9B}" destId="{A06862B8-C830-423E-B268-A3909166AE6F}" srcOrd="0" destOrd="0" presId="urn:microsoft.com/office/officeart/2024/layout/BulletTimeline"/>
    <dgm:cxn modelId="{F0BFE8B0-C11A-4B7B-ADE6-6416FC3F1678}" type="presParOf" srcId="{0B550346-B0E4-4F86-91AD-CDF480DFC413}" destId="{3D40BECB-90C9-456A-9FAD-CDB9FFC992EA}" srcOrd="5" destOrd="0" presId="urn:microsoft.com/office/officeart/2024/layout/BulletTimeline"/>
    <dgm:cxn modelId="{65E76108-CB9F-4A5A-A622-62D370FA68D6}" type="presParOf" srcId="{6DC0839E-6011-4292-B714-D1ED5DD2F640}" destId="{E5A420DD-BEC0-4A9B-84DF-35CCD0805413}" srcOrd="15" destOrd="0" presId="urn:microsoft.com/office/officeart/2024/layout/BulletTimeline"/>
    <dgm:cxn modelId="{78A5575B-5033-4673-B932-FCC19F340C17}" type="presParOf" srcId="{6DC0839E-6011-4292-B714-D1ED5DD2F640}" destId="{CB9C5D7D-35B2-4CDA-A674-89DB7849AAB6}" srcOrd="16" destOrd="0" presId="urn:microsoft.com/office/officeart/2024/layout/BulletTimeline"/>
    <dgm:cxn modelId="{73E7D1C1-365A-4270-9AA5-4B4EB6559B78}" type="presParOf" srcId="{CB9C5D7D-35B2-4CDA-A674-89DB7849AAB6}" destId="{E540790A-2FAB-448B-B3A3-42244E55129E}" srcOrd="0" destOrd="0" presId="urn:microsoft.com/office/officeart/2024/layout/BulletTimeline"/>
    <dgm:cxn modelId="{78065AE4-E201-4B9D-83FE-50B4DDD3F99A}" type="presParOf" srcId="{E540790A-2FAB-448B-B3A3-42244E55129E}" destId="{E8D99CD1-9286-4F76-BF76-D60B4E671123}" srcOrd="0" destOrd="0" presId="urn:microsoft.com/office/officeart/2024/layout/BulletTimeline"/>
    <dgm:cxn modelId="{234B3995-DA29-47BC-B899-9B22500D6AE2}" type="presParOf" srcId="{E540790A-2FAB-448B-B3A3-42244E55129E}" destId="{051F0601-D73C-4B3E-9A0A-A8857CA8A1D1}" srcOrd="1" destOrd="0" presId="urn:microsoft.com/office/officeart/2024/layout/BulletTimeline"/>
    <dgm:cxn modelId="{4AFDEA8E-933F-446B-B98A-27269993426C}" type="presParOf" srcId="{CB9C5D7D-35B2-4CDA-A674-89DB7849AAB6}" destId="{692C31D3-5848-491A-A841-FD350B9DA90E}" srcOrd="1" destOrd="0" presId="urn:microsoft.com/office/officeart/2024/layout/BulletTimeline"/>
    <dgm:cxn modelId="{DA9B14E1-AC1E-4078-A890-1E054CCAE02E}" type="presParOf" srcId="{CB9C5D7D-35B2-4CDA-A674-89DB7849AAB6}" destId="{C66B0EA0-7536-4F39-985B-197EA5B01F1E}" srcOrd="2" destOrd="0" presId="urn:microsoft.com/office/officeart/2024/layout/BulletTimeline"/>
    <dgm:cxn modelId="{6DA8CBC5-6FEF-4DBA-AA6C-3360D53C5427}" type="presParOf" srcId="{CB9C5D7D-35B2-4CDA-A674-89DB7849AAB6}" destId="{BD8813A4-FB2B-490E-ACD6-C52420ADC430}" srcOrd="3" destOrd="0" presId="urn:microsoft.com/office/officeart/2024/layout/BulletTimeline"/>
    <dgm:cxn modelId="{90A5F4B8-0ADB-4CF5-A67F-2CB2565F5A25}" type="presParOf" srcId="{CB9C5D7D-35B2-4CDA-A674-89DB7849AAB6}" destId="{EC47CE71-218D-413F-9097-340956B0F231}" srcOrd="4" destOrd="0" presId="urn:microsoft.com/office/officeart/2024/layout/BulletTimeline"/>
    <dgm:cxn modelId="{C862EB0A-8B3D-4613-B44A-7A87560B4BAB}" type="presParOf" srcId="{EC47CE71-218D-413F-9097-340956B0F231}" destId="{95196B57-957D-46D0-A3CF-0553E7728947}" srcOrd="0" destOrd="0" presId="urn:microsoft.com/office/officeart/2024/layout/BulletTimeline"/>
    <dgm:cxn modelId="{80A0DAA4-5AE9-4481-BDDB-66CE74E51E85}" type="presParOf" srcId="{CB9C5D7D-35B2-4CDA-A674-89DB7849AAB6}" destId="{2D9E0886-00D2-40ED-B010-7911056477B0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585913-5F54-47C8-B11D-FC878080ED10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16C07EC-2C94-4D24-8F7D-6DFDDA56D8D7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S10 – 1h</a:t>
          </a:r>
        </a:p>
        <a:p>
          <a:pPr>
            <a:defRPr b="1"/>
          </a:pPr>
          <a:r>
            <a:rPr lang="fr-FR" dirty="0"/>
            <a:t>AP / TC </a:t>
          </a:r>
        </a:p>
      </dgm:t>
    </dgm:pt>
    <dgm:pt modelId="{5D661184-6C3A-4B63-B963-45ED42E68D72}" type="parTrans" cxnId="{F85EE2F7-A5A2-49ED-A3A4-6B4245F90CB1}">
      <dgm:prSet/>
      <dgm:spPr/>
      <dgm:t>
        <a:bodyPr/>
        <a:lstStyle/>
        <a:p>
          <a:endParaRPr lang="fr-FR"/>
        </a:p>
      </dgm:t>
    </dgm:pt>
    <dgm:pt modelId="{714EDAD7-F71D-454B-B6B8-A1747A663A4D}" type="sibTrans" cxnId="{F85EE2F7-A5A2-49ED-A3A4-6B4245F90CB1}">
      <dgm:prSet/>
      <dgm:spPr/>
      <dgm:t>
        <a:bodyPr/>
        <a:lstStyle/>
        <a:p>
          <a:endParaRPr lang="fr-FR"/>
        </a:p>
      </dgm:t>
    </dgm:pt>
    <dgm:pt modelId="{B0B41D33-C596-4103-B572-9B832BB51194}">
      <dgm:prSet phldrT="[Texte]" phldr="0"/>
      <dgm:spPr/>
      <dgm:t>
        <a:bodyPr/>
        <a:lstStyle/>
        <a:p>
          <a:r>
            <a:rPr lang="fr-FR" dirty="0"/>
            <a:t>- Adresse MAC avec plusieurs PC et un hub</a:t>
          </a:r>
        </a:p>
        <a:p>
          <a:r>
            <a:rPr lang="fr-FR" dirty="0"/>
            <a:t>- Adresse IP sur </a:t>
          </a:r>
          <a:r>
            <a:rPr lang="fr-FR" i="1" dirty="0"/>
            <a:t>CPT </a:t>
          </a:r>
          <a:r>
            <a:rPr lang="fr-FR" i="0" dirty="0"/>
            <a:t>et sous-réseautage</a:t>
          </a:r>
          <a:endParaRPr lang="fr-FR" i="1" dirty="0"/>
        </a:p>
      </dgm:t>
    </dgm:pt>
    <dgm:pt modelId="{02425F6B-47DF-456A-88EC-CDD05CACBC3B}" type="parTrans" cxnId="{80E2C785-4360-47FF-8FD8-96C23B76B7C5}">
      <dgm:prSet/>
      <dgm:spPr/>
      <dgm:t>
        <a:bodyPr/>
        <a:lstStyle/>
        <a:p>
          <a:endParaRPr lang="fr-FR"/>
        </a:p>
      </dgm:t>
    </dgm:pt>
    <dgm:pt modelId="{C2ABB4DD-114C-4C1B-A9D0-FF9536F1B25F}" type="sibTrans" cxnId="{80E2C785-4360-47FF-8FD8-96C23B76B7C5}">
      <dgm:prSet/>
      <dgm:spPr/>
      <dgm:t>
        <a:bodyPr/>
        <a:lstStyle/>
        <a:p>
          <a:endParaRPr lang="fr-FR"/>
        </a:p>
      </dgm:t>
    </dgm:pt>
    <dgm:pt modelId="{408A50FC-B963-4D64-8169-93FDF1A46532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S11 – 1h</a:t>
          </a:r>
        </a:p>
        <a:p>
          <a:pPr>
            <a:defRPr b="1"/>
          </a:pPr>
          <a:r>
            <a:rPr lang="fr-FR" dirty="0"/>
            <a:t>CE / TC </a:t>
          </a:r>
        </a:p>
      </dgm:t>
    </dgm:pt>
    <dgm:pt modelId="{1B27A9CB-219F-43CE-9B8C-4FF9178B6539}" type="parTrans" cxnId="{A7537572-34A6-4E5B-B7A1-9CF5B19DFE8D}">
      <dgm:prSet/>
      <dgm:spPr/>
      <dgm:t>
        <a:bodyPr/>
        <a:lstStyle/>
        <a:p>
          <a:endParaRPr lang="fr-FR"/>
        </a:p>
      </dgm:t>
    </dgm:pt>
    <dgm:pt modelId="{6418B7E5-F1C0-4B70-8D3C-5ADF0D66F9C6}" type="sibTrans" cxnId="{A7537572-34A6-4E5B-B7A1-9CF5B19DFE8D}">
      <dgm:prSet/>
      <dgm:spPr/>
      <dgm:t>
        <a:bodyPr/>
        <a:lstStyle/>
        <a:p>
          <a:endParaRPr lang="fr-FR"/>
        </a:p>
      </dgm:t>
    </dgm:pt>
    <dgm:pt modelId="{92D96BA0-892E-4C9D-9CAA-4789C0781970}">
      <dgm:prSet phldrT="[Texte]" phldr="0"/>
      <dgm:spPr/>
      <dgm:t>
        <a:bodyPr/>
        <a:lstStyle/>
        <a:p>
          <a:r>
            <a:rPr lang="fr-FR" dirty="0"/>
            <a:t>- Évaluation formative sur les réseaux et le modèle OSI</a:t>
          </a:r>
        </a:p>
        <a:p>
          <a:r>
            <a:rPr lang="fr-FR" dirty="0"/>
            <a:t>- Institutionnalisation des connaissances</a:t>
          </a:r>
        </a:p>
      </dgm:t>
    </dgm:pt>
    <dgm:pt modelId="{2CF06133-3115-496B-B263-207DA9F626E9}" type="parTrans" cxnId="{FB0F670F-A427-47A6-B330-D51E4621CE5F}">
      <dgm:prSet/>
      <dgm:spPr/>
      <dgm:t>
        <a:bodyPr/>
        <a:lstStyle/>
        <a:p>
          <a:endParaRPr lang="fr-FR"/>
        </a:p>
      </dgm:t>
    </dgm:pt>
    <dgm:pt modelId="{3B847087-06D7-4F32-BEFF-8F9EFF4552CB}" type="sibTrans" cxnId="{FB0F670F-A427-47A6-B330-D51E4621CE5F}">
      <dgm:prSet/>
      <dgm:spPr/>
      <dgm:t>
        <a:bodyPr/>
        <a:lstStyle/>
        <a:p>
          <a:endParaRPr lang="fr-FR"/>
        </a:p>
      </dgm:t>
    </dgm:pt>
    <dgm:pt modelId="{58F58F15-031B-4287-A416-31A9EC990F2E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S12 – 1h</a:t>
          </a:r>
        </a:p>
        <a:p>
          <a:pPr>
            <a:defRPr b="1"/>
          </a:pPr>
          <a:r>
            <a:rPr lang="fr-FR" dirty="0"/>
            <a:t>CE / ETLV </a:t>
          </a:r>
        </a:p>
      </dgm:t>
    </dgm:pt>
    <dgm:pt modelId="{13E87ACC-0B88-47E5-B500-DC74CEFCB5CD}" type="parTrans" cxnId="{ED7E1F15-8E70-45CB-A32B-84A2646D94A2}">
      <dgm:prSet/>
      <dgm:spPr/>
      <dgm:t>
        <a:bodyPr/>
        <a:lstStyle/>
        <a:p>
          <a:endParaRPr lang="fr-FR"/>
        </a:p>
      </dgm:t>
    </dgm:pt>
    <dgm:pt modelId="{BC8A4A7F-D3EE-4C40-8F52-D5BF3AAEEF10}" type="sibTrans" cxnId="{ED7E1F15-8E70-45CB-A32B-84A2646D94A2}">
      <dgm:prSet/>
      <dgm:spPr/>
      <dgm:t>
        <a:bodyPr/>
        <a:lstStyle/>
        <a:p>
          <a:endParaRPr lang="fr-FR"/>
        </a:p>
      </dgm:t>
    </dgm:pt>
    <dgm:pt modelId="{0AC124AD-5ED0-44A6-8291-A6FC7BE4B1F3}">
      <dgm:prSet phldrT="[Texte]" phldr="0"/>
      <dgm:spPr/>
      <dgm:t>
        <a:bodyPr/>
        <a:lstStyle/>
        <a:p>
          <a:r>
            <a:rPr lang="fr-FR" dirty="0"/>
            <a:t>Clarifier le vocabulaire technique des réseaux (hub, switch, firewall, cloud)</a:t>
          </a:r>
        </a:p>
      </dgm:t>
    </dgm:pt>
    <dgm:pt modelId="{2556AEB1-6140-4F3E-8793-B3E0B83C8161}" type="parTrans" cxnId="{74DC9AE3-7E4F-4E2D-BC88-9CAFBAD248F4}">
      <dgm:prSet/>
      <dgm:spPr/>
      <dgm:t>
        <a:bodyPr/>
        <a:lstStyle/>
        <a:p>
          <a:endParaRPr lang="fr-FR"/>
        </a:p>
      </dgm:t>
    </dgm:pt>
    <dgm:pt modelId="{BD564CC5-2B67-489E-BE14-9248C6B624BB}" type="sibTrans" cxnId="{74DC9AE3-7E4F-4E2D-BC88-9CAFBAD248F4}">
      <dgm:prSet/>
      <dgm:spPr/>
      <dgm:t>
        <a:bodyPr/>
        <a:lstStyle/>
        <a:p>
          <a:endParaRPr lang="fr-FR"/>
        </a:p>
      </dgm:t>
    </dgm:pt>
    <dgm:pt modelId="{AD13EFE4-42FA-407A-97CC-F5DA0439C846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S13 – 3h</a:t>
          </a:r>
        </a:p>
        <a:p>
          <a:pPr>
            <a:defRPr b="1"/>
          </a:pPr>
          <a:r>
            <a:rPr lang="fr-FR" dirty="0"/>
            <a:t>AP / SPE </a:t>
          </a:r>
        </a:p>
      </dgm:t>
    </dgm:pt>
    <dgm:pt modelId="{166ECA04-4A9E-47A8-8802-717D16E3E165}" type="parTrans" cxnId="{A04DEC2A-9905-4746-9C56-E63B8F2D985A}">
      <dgm:prSet/>
      <dgm:spPr/>
      <dgm:t>
        <a:bodyPr/>
        <a:lstStyle/>
        <a:p>
          <a:endParaRPr lang="fr-FR"/>
        </a:p>
      </dgm:t>
    </dgm:pt>
    <dgm:pt modelId="{EA8224CA-D53B-4E27-B678-1D1D18FDB972}" type="sibTrans" cxnId="{A04DEC2A-9905-4746-9C56-E63B8F2D985A}">
      <dgm:prSet/>
      <dgm:spPr/>
      <dgm:t>
        <a:bodyPr/>
        <a:lstStyle/>
        <a:p>
          <a:endParaRPr lang="fr-FR"/>
        </a:p>
      </dgm:t>
    </dgm:pt>
    <dgm:pt modelId="{A9B34012-8F43-4747-91A7-00E0E299D311}">
      <dgm:prSet phldrT="[Texte]" phldr="0"/>
      <dgm:spPr/>
      <dgm:t>
        <a:bodyPr/>
        <a:lstStyle/>
        <a:p>
          <a:r>
            <a:rPr lang="fr-FR" dirty="0"/>
            <a:t>-Choix d’un capteur</a:t>
          </a:r>
        </a:p>
        <a:p>
          <a:r>
            <a:rPr lang="fr-FR" dirty="0"/>
            <a:t>- Conception d’un réseau</a:t>
          </a:r>
        </a:p>
        <a:p>
          <a:r>
            <a:rPr lang="fr-FR" dirty="0"/>
            <a:t>- Adressage</a:t>
          </a:r>
        </a:p>
      </dgm:t>
    </dgm:pt>
    <dgm:pt modelId="{B191CED2-8264-428E-B1A4-BE43D7B67CAA}" type="parTrans" cxnId="{77BDAF7E-625F-400B-8AC5-C98D3969F228}">
      <dgm:prSet/>
      <dgm:spPr/>
      <dgm:t>
        <a:bodyPr/>
        <a:lstStyle/>
        <a:p>
          <a:endParaRPr lang="fr-FR"/>
        </a:p>
      </dgm:t>
    </dgm:pt>
    <dgm:pt modelId="{BA1B8783-F4A3-44C8-B1A3-4995EA37CCA5}" type="sibTrans" cxnId="{77BDAF7E-625F-400B-8AC5-C98D3969F228}">
      <dgm:prSet/>
      <dgm:spPr/>
      <dgm:t>
        <a:bodyPr/>
        <a:lstStyle/>
        <a:p>
          <a:endParaRPr lang="fr-FR"/>
        </a:p>
      </dgm:t>
    </dgm:pt>
    <dgm:pt modelId="{C1CA8FA7-214E-4089-95A1-E03B821F5CBA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S14 – 1h30</a:t>
          </a:r>
        </a:p>
        <a:p>
          <a:pPr>
            <a:defRPr b="1"/>
          </a:pPr>
          <a:r>
            <a:rPr lang="fr-FR" dirty="0"/>
            <a:t>CE / SPE </a:t>
          </a:r>
        </a:p>
      </dgm:t>
    </dgm:pt>
    <dgm:pt modelId="{D7FCD671-81B0-4B18-8782-2FD23EFF1F86}" type="parTrans" cxnId="{E530C295-2828-4910-89C3-49EFDE88D54B}">
      <dgm:prSet/>
      <dgm:spPr/>
      <dgm:t>
        <a:bodyPr/>
        <a:lstStyle/>
        <a:p>
          <a:endParaRPr lang="fr-FR"/>
        </a:p>
      </dgm:t>
    </dgm:pt>
    <dgm:pt modelId="{3E8E9D8A-8259-416F-AA33-8EC884B69BC4}" type="sibTrans" cxnId="{E530C295-2828-4910-89C3-49EFDE88D54B}">
      <dgm:prSet/>
      <dgm:spPr/>
      <dgm:t>
        <a:bodyPr/>
        <a:lstStyle/>
        <a:p>
          <a:endParaRPr lang="fr-FR"/>
        </a:p>
      </dgm:t>
    </dgm:pt>
    <dgm:pt modelId="{2B7DDB68-366B-40C5-AE2E-E6D857AFEA61}">
      <dgm:prSet phldrT="[Texte]" phldr="0"/>
      <dgm:spPr/>
      <dgm:t>
        <a:bodyPr/>
        <a:lstStyle/>
        <a:p>
          <a:r>
            <a:rPr lang="fr-FR" dirty="0"/>
            <a:t>- Évaluation sommative d’enseignement spécifique</a:t>
          </a:r>
        </a:p>
      </dgm:t>
    </dgm:pt>
    <dgm:pt modelId="{0C858338-DE41-44B6-8BC0-2A6E16A098EB}" type="parTrans" cxnId="{22EE9D75-1233-4D7F-9ABA-6BF60AF166FC}">
      <dgm:prSet/>
      <dgm:spPr/>
      <dgm:t>
        <a:bodyPr/>
        <a:lstStyle/>
        <a:p>
          <a:endParaRPr lang="fr-FR"/>
        </a:p>
      </dgm:t>
    </dgm:pt>
    <dgm:pt modelId="{2CAB56B7-EE89-48A3-AEAA-58175EEB1A7A}" type="sibTrans" cxnId="{22EE9D75-1233-4D7F-9ABA-6BF60AF166FC}">
      <dgm:prSet/>
      <dgm:spPr/>
      <dgm:t>
        <a:bodyPr/>
        <a:lstStyle/>
        <a:p>
          <a:endParaRPr lang="fr-FR"/>
        </a:p>
      </dgm:t>
    </dgm:pt>
    <dgm:pt modelId="{ACD39856-9275-47B9-8859-291E9758A2CB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S15 – 1h</a:t>
          </a:r>
        </a:p>
        <a:p>
          <a:pPr>
            <a:defRPr b="1"/>
          </a:pPr>
          <a:r>
            <a:rPr lang="fr-FR" dirty="0"/>
            <a:t>AP / TC </a:t>
          </a:r>
        </a:p>
      </dgm:t>
    </dgm:pt>
    <dgm:pt modelId="{8559DFB6-D84F-490A-A58D-E8B6FF83CFCE}" type="parTrans" cxnId="{E91BCC48-737B-4928-B5F9-6C2A67308504}">
      <dgm:prSet/>
      <dgm:spPr/>
      <dgm:t>
        <a:bodyPr/>
        <a:lstStyle/>
        <a:p>
          <a:endParaRPr lang="fr-FR"/>
        </a:p>
      </dgm:t>
    </dgm:pt>
    <dgm:pt modelId="{09FDE3CE-B3D8-4BFC-ABEC-B46418093277}" type="sibTrans" cxnId="{E91BCC48-737B-4928-B5F9-6C2A67308504}">
      <dgm:prSet/>
      <dgm:spPr/>
      <dgm:t>
        <a:bodyPr/>
        <a:lstStyle/>
        <a:p>
          <a:endParaRPr lang="fr-FR"/>
        </a:p>
      </dgm:t>
    </dgm:pt>
    <dgm:pt modelId="{E342089E-0C63-463F-AEE7-F18BA32DCC1B}">
      <dgm:prSet phldrT="[Texte]" phldr="0"/>
      <dgm:spPr/>
      <dgm:t>
        <a:bodyPr/>
        <a:lstStyle/>
        <a:p>
          <a:r>
            <a:rPr lang="fr-FR" dirty="0"/>
            <a:t>- Révision orienté via les résultats de l’évaluation formative</a:t>
          </a:r>
        </a:p>
      </dgm:t>
    </dgm:pt>
    <dgm:pt modelId="{9CBFDA36-4DAA-4D91-9310-416A525E88A1}" type="parTrans" cxnId="{03D2B7FA-7C7B-458D-8275-5D8D261F5997}">
      <dgm:prSet/>
      <dgm:spPr/>
      <dgm:t>
        <a:bodyPr/>
        <a:lstStyle/>
        <a:p>
          <a:endParaRPr lang="fr-FR"/>
        </a:p>
      </dgm:t>
    </dgm:pt>
    <dgm:pt modelId="{63D3F4C7-A573-4C98-9EAB-DA5BC8E44882}" type="sibTrans" cxnId="{03D2B7FA-7C7B-458D-8275-5D8D261F5997}">
      <dgm:prSet/>
      <dgm:spPr/>
      <dgm:t>
        <a:bodyPr/>
        <a:lstStyle/>
        <a:p>
          <a:endParaRPr lang="fr-FR"/>
        </a:p>
      </dgm:t>
    </dgm:pt>
    <dgm:pt modelId="{943164F5-B690-4105-ADBD-141976AB2825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S16 – 1h</a:t>
          </a:r>
        </a:p>
        <a:p>
          <a:pPr>
            <a:defRPr b="1"/>
          </a:pPr>
          <a:r>
            <a:rPr lang="fr-FR" dirty="0"/>
            <a:t>CE / TC </a:t>
          </a:r>
        </a:p>
      </dgm:t>
    </dgm:pt>
    <dgm:pt modelId="{4B2C505F-78E3-4591-A146-3D87F3BA6D7E}" type="parTrans" cxnId="{05559825-7902-4020-A80E-24CED78AD049}">
      <dgm:prSet/>
      <dgm:spPr/>
      <dgm:t>
        <a:bodyPr/>
        <a:lstStyle/>
        <a:p>
          <a:endParaRPr lang="fr-FR"/>
        </a:p>
      </dgm:t>
    </dgm:pt>
    <dgm:pt modelId="{79538B7E-8BA4-4D11-8BE5-C27A4BA7743C}" type="sibTrans" cxnId="{05559825-7902-4020-A80E-24CED78AD049}">
      <dgm:prSet/>
      <dgm:spPr/>
      <dgm:t>
        <a:bodyPr/>
        <a:lstStyle/>
        <a:p>
          <a:endParaRPr lang="fr-FR"/>
        </a:p>
      </dgm:t>
    </dgm:pt>
    <dgm:pt modelId="{BB2AF45C-6985-47A3-99F5-325464F6E981}">
      <dgm:prSet phldrT="[Texte]" phldr="0"/>
      <dgm:spPr/>
      <dgm:t>
        <a:bodyPr/>
        <a:lstStyle/>
        <a:p>
          <a:r>
            <a:rPr lang="fr-FR" dirty="0"/>
            <a:t>- Évaluation sommative des acquis en Tronc Commun</a:t>
          </a:r>
        </a:p>
      </dgm:t>
    </dgm:pt>
    <dgm:pt modelId="{10B82A51-E7D0-46C7-8956-C71BA8D148E4}" type="parTrans" cxnId="{4038218D-22AA-4226-AB39-F08FFF56FC24}">
      <dgm:prSet/>
      <dgm:spPr/>
      <dgm:t>
        <a:bodyPr/>
        <a:lstStyle/>
        <a:p>
          <a:endParaRPr lang="fr-FR"/>
        </a:p>
      </dgm:t>
    </dgm:pt>
    <dgm:pt modelId="{BEFB5652-C8E8-48DC-A10F-0EC99F1E1527}" type="sibTrans" cxnId="{4038218D-22AA-4226-AB39-F08FFF56FC24}">
      <dgm:prSet/>
      <dgm:spPr/>
      <dgm:t>
        <a:bodyPr/>
        <a:lstStyle/>
        <a:p>
          <a:endParaRPr lang="fr-FR"/>
        </a:p>
      </dgm:t>
    </dgm:pt>
    <dgm:pt modelId="{22041401-8AD0-499E-904E-AE6B9BDEFE79}">
      <dgm:prSet phldrT="[Texte]"/>
      <dgm:spPr/>
      <dgm:t>
        <a:bodyPr/>
        <a:lstStyle/>
        <a:p>
          <a:pPr>
            <a:defRPr b="1"/>
          </a:pPr>
          <a:r>
            <a:rPr lang="fr-FR" dirty="0"/>
            <a:t>S17 – 2h30</a:t>
          </a:r>
        </a:p>
        <a:p>
          <a:pPr>
            <a:defRPr b="1"/>
          </a:pPr>
          <a:r>
            <a:rPr lang="fr-FR" dirty="0"/>
            <a:t>AP / SPE</a:t>
          </a:r>
        </a:p>
      </dgm:t>
    </dgm:pt>
    <dgm:pt modelId="{C56392AC-BD73-4B92-845A-A48CD14DEA5F}" type="parTrans" cxnId="{D2FB66CA-03D5-4D2E-89B3-57DF190DE290}">
      <dgm:prSet/>
      <dgm:spPr/>
      <dgm:t>
        <a:bodyPr/>
        <a:lstStyle/>
        <a:p>
          <a:endParaRPr lang="fr-FR"/>
        </a:p>
      </dgm:t>
    </dgm:pt>
    <dgm:pt modelId="{EE6625E5-0942-45DA-9AF7-A01693FBF2FE}" type="sibTrans" cxnId="{D2FB66CA-03D5-4D2E-89B3-57DF190DE290}">
      <dgm:prSet/>
      <dgm:spPr/>
      <dgm:t>
        <a:bodyPr/>
        <a:lstStyle/>
        <a:p>
          <a:endParaRPr lang="fr-FR"/>
        </a:p>
      </dgm:t>
    </dgm:pt>
    <dgm:pt modelId="{DB58F329-F649-4FE6-AE7E-55D98ACA4F71}">
      <dgm:prSet phldrT="[Texte]" phldr="0"/>
      <dgm:spPr/>
      <dgm:t>
        <a:bodyPr/>
        <a:lstStyle/>
        <a:p>
          <a:r>
            <a:rPr lang="fr-FR" dirty="0"/>
            <a:t>- Préparation des présentations</a:t>
          </a:r>
        </a:p>
        <a:p>
          <a:r>
            <a:rPr lang="fr-FR" dirty="0"/>
            <a:t>- Présentation orale</a:t>
          </a:r>
        </a:p>
      </dgm:t>
    </dgm:pt>
    <dgm:pt modelId="{B64F872D-7AE4-4080-BAFD-8497AC4DE8D5}" type="parTrans" cxnId="{884AB580-5E55-4188-B3D6-97F167D9A60C}">
      <dgm:prSet/>
      <dgm:spPr/>
      <dgm:t>
        <a:bodyPr/>
        <a:lstStyle/>
        <a:p>
          <a:endParaRPr lang="fr-FR"/>
        </a:p>
      </dgm:t>
    </dgm:pt>
    <dgm:pt modelId="{6CC25425-6329-4B3D-AF8E-528E2AF5E688}" type="sibTrans" cxnId="{884AB580-5E55-4188-B3D6-97F167D9A60C}">
      <dgm:prSet/>
      <dgm:spPr/>
      <dgm:t>
        <a:bodyPr/>
        <a:lstStyle/>
        <a:p>
          <a:endParaRPr lang="fr-FR"/>
        </a:p>
      </dgm:t>
    </dgm:pt>
    <dgm:pt modelId="{7667BA8E-B79B-48B2-AF67-E07EFFDCDB2C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S18 – 1h</a:t>
          </a:r>
        </a:p>
        <a:p>
          <a:pPr>
            <a:defRPr b="1"/>
          </a:pPr>
          <a:r>
            <a:rPr lang="fr-FR" dirty="0"/>
            <a:t>CE / SPE </a:t>
          </a:r>
        </a:p>
      </dgm:t>
    </dgm:pt>
    <dgm:pt modelId="{2FCA6862-17D2-40FF-95D3-2C7E7EE5B6CA}" type="parTrans" cxnId="{320695BC-58D4-4D89-841D-9EC28906799B}">
      <dgm:prSet/>
      <dgm:spPr/>
      <dgm:t>
        <a:bodyPr/>
        <a:lstStyle/>
        <a:p>
          <a:endParaRPr lang="fr-FR"/>
        </a:p>
      </dgm:t>
    </dgm:pt>
    <dgm:pt modelId="{B7E1C8C1-3270-4655-A492-020595B2724A}" type="sibTrans" cxnId="{320695BC-58D4-4D89-841D-9EC28906799B}">
      <dgm:prSet/>
      <dgm:spPr/>
      <dgm:t>
        <a:bodyPr/>
        <a:lstStyle/>
        <a:p>
          <a:endParaRPr lang="fr-FR"/>
        </a:p>
      </dgm:t>
    </dgm:pt>
    <dgm:pt modelId="{81D95C89-CA3C-4788-8438-CAB3C54B3677}">
      <dgm:prSet phldrT="[Texte]" phldr="0"/>
      <dgm:spPr/>
      <dgm:t>
        <a:bodyPr/>
        <a:lstStyle/>
        <a:p>
          <a:r>
            <a:rPr lang="fr-FR" dirty="0"/>
            <a:t>- Remédiation orale</a:t>
          </a:r>
        </a:p>
        <a:p>
          <a:r>
            <a:rPr lang="fr-FR" dirty="0"/>
            <a:t>- Ouverture sur d’autres mode de délivrance </a:t>
          </a:r>
        </a:p>
        <a:p>
          <a:r>
            <a:rPr lang="fr-FR" dirty="0"/>
            <a:t>- Inscription dans le développement durable</a:t>
          </a:r>
        </a:p>
      </dgm:t>
    </dgm:pt>
    <dgm:pt modelId="{88A91E62-A602-4AAA-BB75-F10F235AB492}" type="parTrans" cxnId="{89284564-DC3D-4E24-8EF1-5FEB81B21E98}">
      <dgm:prSet/>
      <dgm:spPr/>
      <dgm:t>
        <a:bodyPr/>
        <a:lstStyle/>
        <a:p>
          <a:endParaRPr lang="fr-FR"/>
        </a:p>
      </dgm:t>
    </dgm:pt>
    <dgm:pt modelId="{50E36B8F-5D68-4A80-9CE2-0AC73E6584B5}" type="sibTrans" cxnId="{89284564-DC3D-4E24-8EF1-5FEB81B21E98}">
      <dgm:prSet/>
      <dgm:spPr/>
      <dgm:t>
        <a:bodyPr/>
        <a:lstStyle/>
        <a:p>
          <a:endParaRPr lang="fr-FR"/>
        </a:p>
      </dgm:t>
    </dgm:pt>
    <dgm:pt modelId="{BA3E8A41-0896-4A4A-A69A-BAFF72C6E494}" type="pres">
      <dgm:prSet presAssocID="{98585913-5F54-47C8-B11D-FC878080ED10}" presName="root" presStyleCnt="0">
        <dgm:presLayoutVars>
          <dgm:dir/>
          <dgm:animLvl val="lvl"/>
        </dgm:presLayoutVars>
      </dgm:prSet>
      <dgm:spPr/>
    </dgm:pt>
    <dgm:pt modelId="{272A7219-45BA-4634-AFAE-FCB180A71486}" type="pres">
      <dgm:prSet presAssocID="{98585913-5F54-47C8-B11D-FC878080ED10}" presName="divider" presStyleCnt="0"/>
      <dgm:spPr/>
    </dgm:pt>
    <dgm:pt modelId="{5EDEFA58-2DC8-48E3-A0CF-21471C488DEE}" type="pres">
      <dgm:prSet presAssocID="{98585913-5F54-47C8-B11D-FC878080ED10}" presName="rectBar" presStyleLbl="dkBgShp" presStyleIdx="0" presStyleCnt="1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4A0864F-92AD-4826-8E34-DB95E011F895}" type="pres">
      <dgm:prSet presAssocID="{98585913-5F54-47C8-B11D-FC878080ED10}" presName="chevronArrow" presStyleLbl="dkBgShp" presStyleIdx="1" presStyleCnt="1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DC0839E-6011-4292-B714-D1ED5DD2F640}" type="pres">
      <dgm:prSet presAssocID="{98585913-5F54-47C8-B11D-FC878080ED10}" presName="nodes" presStyleCnt="0">
        <dgm:presLayoutVars>
          <dgm:chMax/>
          <dgm:chPref/>
          <dgm:animLvl val="lvl"/>
        </dgm:presLayoutVars>
      </dgm:prSet>
      <dgm:spPr/>
    </dgm:pt>
    <dgm:pt modelId="{95812423-99DB-428E-9274-08B570EAE271}" type="pres">
      <dgm:prSet presAssocID="{A16C07EC-2C94-4D24-8F7D-6DFDDA56D8D7}" presName="composite" presStyleCnt="0"/>
      <dgm:spPr/>
    </dgm:pt>
    <dgm:pt modelId="{A7366144-8294-4B94-838B-6392940EBD53}" type="pres">
      <dgm:prSet presAssocID="{A16C07EC-2C94-4D24-8F7D-6DFDDA56D8D7}" presName="DropPinPlaceHolder" presStyleCnt="0"/>
      <dgm:spPr/>
    </dgm:pt>
    <dgm:pt modelId="{0642BB6A-9976-4076-A298-E9A05390E9DD}" type="pres">
      <dgm:prSet presAssocID="{A16C07EC-2C94-4D24-8F7D-6DFDDA56D8D7}" presName="DropPin" presStyleLbl="alignNode1" presStyleIdx="0" presStyleCnt="9"/>
      <dgm:spPr/>
    </dgm:pt>
    <dgm:pt modelId="{6A15EE31-CC6E-4E2D-A1DC-CBDC46DC6AF9}" type="pres">
      <dgm:prSet presAssocID="{A16C07EC-2C94-4D24-8F7D-6DFDDA56D8D7}" presName="Ellipse" presStyleLbl="fgAcc1" presStyleIdx="0" presStyleCnt="9"/>
      <dgm:spPr/>
    </dgm:pt>
    <dgm:pt modelId="{CCB34F38-3A4F-4EE5-AE3A-566CBEA0E211}" type="pres">
      <dgm:prSet presAssocID="{A16C07EC-2C94-4D24-8F7D-6DFDDA56D8D7}" presName="L2TextContainer" presStyleLbl="revTx" presStyleIdx="0" presStyleCnt="18">
        <dgm:presLayoutVars>
          <dgm:bulletEnabled val="1"/>
        </dgm:presLayoutVars>
      </dgm:prSet>
      <dgm:spPr/>
    </dgm:pt>
    <dgm:pt modelId="{A44BC4D5-3C59-4445-99E8-7602C26285C3}" type="pres">
      <dgm:prSet presAssocID="{A16C07EC-2C94-4D24-8F7D-6DFDDA56D8D7}" presName="L1TextContainer" presStyleLbl="revTx" presStyleIdx="1" presStyleCnt="18">
        <dgm:presLayoutVars>
          <dgm:chMax val="1"/>
          <dgm:chPref val="1"/>
          <dgm:bulletEnabled val="1"/>
        </dgm:presLayoutVars>
      </dgm:prSet>
      <dgm:spPr/>
    </dgm:pt>
    <dgm:pt modelId="{1C6FFF2F-B187-48C7-8B44-CF7FD922277C}" type="pres">
      <dgm:prSet presAssocID="{A16C07EC-2C94-4D24-8F7D-6DFDDA56D8D7}" presName="ConnectLine" presStyleLbl="dkBgShp" presStyleIdx="2" presStyleCnt="11"/>
      <dgm:spPr/>
    </dgm:pt>
    <dgm:pt modelId="{477FAF30-2928-484D-BC73-B9980E56889D}" type="pres">
      <dgm:prSet presAssocID="{A16C07EC-2C94-4D24-8F7D-6DFDDA56D8D7}" presName="ConnectorPoint" presStyleCnt="0"/>
      <dgm:spPr/>
    </dgm:pt>
    <dgm:pt modelId="{38A784B6-EB53-4CDE-9444-618BFF53968C}" type="pres">
      <dgm:prSet presAssocID="{A16C07EC-2C94-4D24-8F7D-6DFDDA56D8D7}" presName="Bullet" presStyleLbl="lnNode1" presStyleIdx="0" presStyleCnt="9"/>
      <dgm:spPr/>
    </dgm:pt>
    <dgm:pt modelId="{FE0BF04C-94C6-48B5-B981-0F6DF2F3C20D}" type="pres">
      <dgm:prSet presAssocID="{A16C07EC-2C94-4D24-8F7D-6DFDDA56D8D7}" presName="EmptyPlaceHolder" presStyleCnt="0"/>
      <dgm:spPr/>
    </dgm:pt>
    <dgm:pt modelId="{D6754418-EAED-416A-AC4F-7B07CE08F66C}" type="pres">
      <dgm:prSet presAssocID="{714EDAD7-F71D-454B-B6B8-A1747A663A4D}" presName="spaceBetweenRectangles" presStyleCnt="0"/>
      <dgm:spPr/>
    </dgm:pt>
    <dgm:pt modelId="{BB08C13F-0B34-4052-831F-EBE152080F55}" type="pres">
      <dgm:prSet presAssocID="{408A50FC-B963-4D64-8169-93FDF1A46532}" presName="composite" presStyleCnt="0"/>
      <dgm:spPr/>
    </dgm:pt>
    <dgm:pt modelId="{CCC82F89-8C88-481E-B6AD-6B0CED182072}" type="pres">
      <dgm:prSet presAssocID="{408A50FC-B963-4D64-8169-93FDF1A46532}" presName="DropPinPlaceHolder" presStyleCnt="0"/>
      <dgm:spPr/>
    </dgm:pt>
    <dgm:pt modelId="{516ACC2F-1876-43B6-9173-F63073EB3477}" type="pres">
      <dgm:prSet presAssocID="{408A50FC-B963-4D64-8169-93FDF1A46532}" presName="DropPin" presStyleLbl="alignNode1" presStyleIdx="1" presStyleCnt="9"/>
      <dgm:spPr/>
    </dgm:pt>
    <dgm:pt modelId="{DDE512A3-7F30-4159-BD6A-F44F26F2E836}" type="pres">
      <dgm:prSet presAssocID="{408A50FC-B963-4D64-8169-93FDF1A46532}" presName="Ellipse" presStyleLbl="fgAcc1" presStyleIdx="1" presStyleCnt="9"/>
      <dgm:spPr/>
    </dgm:pt>
    <dgm:pt modelId="{2B7901EA-6663-4338-9676-39B7B06480A7}" type="pres">
      <dgm:prSet presAssocID="{408A50FC-B963-4D64-8169-93FDF1A46532}" presName="L2TextContainer" presStyleLbl="revTx" presStyleIdx="2" presStyleCnt="18">
        <dgm:presLayoutVars>
          <dgm:bulletEnabled val="1"/>
        </dgm:presLayoutVars>
      </dgm:prSet>
      <dgm:spPr/>
    </dgm:pt>
    <dgm:pt modelId="{E2184517-86C6-4BBC-BB25-50C3727B16EC}" type="pres">
      <dgm:prSet presAssocID="{408A50FC-B963-4D64-8169-93FDF1A46532}" presName="L1TextContainer" presStyleLbl="revTx" presStyleIdx="3" presStyleCnt="18">
        <dgm:presLayoutVars>
          <dgm:chMax val="1"/>
          <dgm:chPref val="1"/>
          <dgm:bulletEnabled val="1"/>
        </dgm:presLayoutVars>
      </dgm:prSet>
      <dgm:spPr/>
    </dgm:pt>
    <dgm:pt modelId="{D12C939E-ADA8-42BA-8480-BB1783149F93}" type="pres">
      <dgm:prSet presAssocID="{408A50FC-B963-4D64-8169-93FDF1A46532}" presName="ConnectLine" presStyleLbl="dkBgShp" presStyleIdx="3" presStyleCnt="11"/>
      <dgm:spPr/>
    </dgm:pt>
    <dgm:pt modelId="{57D63BB2-EBF2-4C4B-900F-4996507007E7}" type="pres">
      <dgm:prSet presAssocID="{408A50FC-B963-4D64-8169-93FDF1A46532}" presName="ConnectorPoint" presStyleCnt="0"/>
      <dgm:spPr/>
    </dgm:pt>
    <dgm:pt modelId="{D5ED577B-3D15-4E25-8D2E-F72129705632}" type="pres">
      <dgm:prSet presAssocID="{408A50FC-B963-4D64-8169-93FDF1A46532}" presName="Bullet" presStyleLbl="lnNode1" presStyleIdx="1" presStyleCnt="9"/>
      <dgm:spPr/>
    </dgm:pt>
    <dgm:pt modelId="{33888703-E04A-4D11-B7C6-B81D9F1F2AA6}" type="pres">
      <dgm:prSet presAssocID="{408A50FC-B963-4D64-8169-93FDF1A46532}" presName="EmptyPlaceHolder" presStyleCnt="0"/>
      <dgm:spPr/>
    </dgm:pt>
    <dgm:pt modelId="{28422E5B-FEEF-4340-B963-D1E4077A48E9}" type="pres">
      <dgm:prSet presAssocID="{6418B7E5-F1C0-4B70-8D3C-5ADF0D66F9C6}" presName="spaceBetweenRectangles" presStyleCnt="0"/>
      <dgm:spPr/>
    </dgm:pt>
    <dgm:pt modelId="{4865EDFD-9BA9-48DE-AA05-5260301C0661}" type="pres">
      <dgm:prSet presAssocID="{58F58F15-031B-4287-A416-31A9EC990F2E}" presName="composite" presStyleCnt="0"/>
      <dgm:spPr/>
    </dgm:pt>
    <dgm:pt modelId="{1DCC52B8-9B04-4B75-8103-7B3185CA19AB}" type="pres">
      <dgm:prSet presAssocID="{58F58F15-031B-4287-A416-31A9EC990F2E}" presName="DropPinPlaceHolder" presStyleCnt="0"/>
      <dgm:spPr/>
    </dgm:pt>
    <dgm:pt modelId="{C2CA0981-D9DC-42D0-A79D-30EC38133097}" type="pres">
      <dgm:prSet presAssocID="{58F58F15-031B-4287-A416-31A9EC990F2E}" presName="DropPin" presStyleLbl="alignNode1" presStyleIdx="2" presStyleCnt="9"/>
      <dgm:spPr/>
    </dgm:pt>
    <dgm:pt modelId="{DB1C708F-C456-4E39-8736-76C0AE696C37}" type="pres">
      <dgm:prSet presAssocID="{58F58F15-031B-4287-A416-31A9EC990F2E}" presName="Ellipse" presStyleLbl="fgAcc1" presStyleIdx="2" presStyleCnt="9"/>
      <dgm:spPr/>
    </dgm:pt>
    <dgm:pt modelId="{E4133748-B8E4-440E-8C7A-CDB76CF552D3}" type="pres">
      <dgm:prSet presAssocID="{58F58F15-031B-4287-A416-31A9EC990F2E}" presName="L2TextContainer" presStyleLbl="revTx" presStyleIdx="4" presStyleCnt="18">
        <dgm:presLayoutVars>
          <dgm:bulletEnabled val="1"/>
        </dgm:presLayoutVars>
      </dgm:prSet>
      <dgm:spPr/>
    </dgm:pt>
    <dgm:pt modelId="{7E5C837D-C7F6-42EB-9BEA-0D8393E6B227}" type="pres">
      <dgm:prSet presAssocID="{58F58F15-031B-4287-A416-31A9EC990F2E}" presName="L1TextContainer" presStyleLbl="revTx" presStyleIdx="5" presStyleCnt="18">
        <dgm:presLayoutVars>
          <dgm:chMax val="1"/>
          <dgm:chPref val="1"/>
          <dgm:bulletEnabled val="1"/>
        </dgm:presLayoutVars>
      </dgm:prSet>
      <dgm:spPr/>
    </dgm:pt>
    <dgm:pt modelId="{6458AA1F-9B59-4FCC-96FC-7202EE675C27}" type="pres">
      <dgm:prSet presAssocID="{58F58F15-031B-4287-A416-31A9EC990F2E}" presName="ConnectLine" presStyleLbl="dkBgShp" presStyleIdx="4" presStyleCnt="11"/>
      <dgm:spPr/>
    </dgm:pt>
    <dgm:pt modelId="{E3A48613-B027-43E9-84A5-6F5B8A9CDDF5}" type="pres">
      <dgm:prSet presAssocID="{58F58F15-031B-4287-A416-31A9EC990F2E}" presName="ConnectorPoint" presStyleCnt="0"/>
      <dgm:spPr/>
    </dgm:pt>
    <dgm:pt modelId="{3F788E61-D513-4D4D-8373-F0BF11CD32F0}" type="pres">
      <dgm:prSet presAssocID="{58F58F15-031B-4287-A416-31A9EC990F2E}" presName="Bullet" presStyleLbl="lnNode1" presStyleIdx="2" presStyleCnt="9"/>
      <dgm:spPr/>
    </dgm:pt>
    <dgm:pt modelId="{81876A14-88FB-4010-906F-2151EE86655D}" type="pres">
      <dgm:prSet presAssocID="{58F58F15-031B-4287-A416-31A9EC990F2E}" presName="EmptyPlaceHolder" presStyleCnt="0"/>
      <dgm:spPr/>
    </dgm:pt>
    <dgm:pt modelId="{5813DC3F-8B0A-41B8-8CE1-15FC830ED479}" type="pres">
      <dgm:prSet presAssocID="{BC8A4A7F-D3EE-4C40-8F52-D5BF3AAEEF10}" presName="spaceBetweenRectangles" presStyleCnt="0"/>
      <dgm:spPr/>
    </dgm:pt>
    <dgm:pt modelId="{177B1BF1-91C5-4855-8BFC-E6E610202A79}" type="pres">
      <dgm:prSet presAssocID="{AD13EFE4-42FA-407A-97CC-F5DA0439C846}" presName="composite" presStyleCnt="0"/>
      <dgm:spPr/>
    </dgm:pt>
    <dgm:pt modelId="{A4E6620C-7AFF-4A41-ADDC-4DF007D38A1C}" type="pres">
      <dgm:prSet presAssocID="{AD13EFE4-42FA-407A-97CC-F5DA0439C846}" presName="DropPinPlaceHolder" presStyleCnt="0"/>
      <dgm:spPr/>
    </dgm:pt>
    <dgm:pt modelId="{3A91FF4D-4401-4D92-90BE-74B5B24A404E}" type="pres">
      <dgm:prSet presAssocID="{AD13EFE4-42FA-407A-97CC-F5DA0439C846}" presName="DropPin" presStyleLbl="alignNode1" presStyleIdx="3" presStyleCnt="9"/>
      <dgm:spPr/>
    </dgm:pt>
    <dgm:pt modelId="{BCD3141E-E75B-49E5-ACAA-C4988F07AF9D}" type="pres">
      <dgm:prSet presAssocID="{AD13EFE4-42FA-407A-97CC-F5DA0439C846}" presName="Ellipse" presStyleLbl="fgAcc1" presStyleIdx="3" presStyleCnt="9"/>
      <dgm:spPr/>
    </dgm:pt>
    <dgm:pt modelId="{F526F41D-C236-44DC-9841-E161BAC19683}" type="pres">
      <dgm:prSet presAssocID="{AD13EFE4-42FA-407A-97CC-F5DA0439C846}" presName="L2TextContainer" presStyleLbl="revTx" presStyleIdx="6" presStyleCnt="18">
        <dgm:presLayoutVars>
          <dgm:bulletEnabled val="1"/>
        </dgm:presLayoutVars>
      </dgm:prSet>
      <dgm:spPr/>
    </dgm:pt>
    <dgm:pt modelId="{97B9F791-77D9-4504-986B-EBD83FACF4F2}" type="pres">
      <dgm:prSet presAssocID="{AD13EFE4-42FA-407A-97CC-F5DA0439C846}" presName="L1TextContainer" presStyleLbl="revTx" presStyleIdx="7" presStyleCnt="18">
        <dgm:presLayoutVars>
          <dgm:chMax val="1"/>
          <dgm:chPref val="1"/>
          <dgm:bulletEnabled val="1"/>
        </dgm:presLayoutVars>
      </dgm:prSet>
      <dgm:spPr/>
    </dgm:pt>
    <dgm:pt modelId="{5A3A2062-620A-4703-9E0C-B44D5CBC0AA1}" type="pres">
      <dgm:prSet presAssocID="{AD13EFE4-42FA-407A-97CC-F5DA0439C846}" presName="ConnectLine" presStyleLbl="dkBgShp" presStyleIdx="5" presStyleCnt="11"/>
      <dgm:spPr/>
    </dgm:pt>
    <dgm:pt modelId="{11F23C97-1F4F-4B06-B6BC-BEE19BC425CC}" type="pres">
      <dgm:prSet presAssocID="{AD13EFE4-42FA-407A-97CC-F5DA0439C846}" presName="ConnectorPoint" presStyleCnt="0"/>
      <dgm:spPr/>
    </dgm:pt>
    <dgm:pt modelId="{71B099E1-836A-4D33-AD3A-B40AC5376338}" type="pres">
      <dgm:prSet presAssocID="{AD13EFE4-42FA-407A-97CC-F5DA0439C846}" presName="Bullet" presStyleLbl="lnNode1" presStyleIdx="3" presStyleCnt="9"/>
      <dgm:spPr/>
    </dgm:pt>
    <dgm:pt modelId="{AB500F98-7DFD-433A-9743-B9F611F0C370}" type="pres">
      <dgm:prSet presAssocID="{AD13EFE4-42FA-407A-97CC-F5DA0439C846}" presName="EmptyPlaceHolder" presStyleCnt="0"/>
      <dgm:spPr/>
    </dgm:pt>
    <dgm:pt modelId="{BE685CA3-6580-4749-9962-052ED3EF7C44}" type="pres">
      <dgm:prSet presAssocID="{EA8224CA-D53B-4E27-B678-1D1D18FDB972}" presName="spaceBetweenRectangles" presStyleCnt="0"/>
      <dgm:spPr/>
    </dgm:pt>
    <dgm:pt modelId="{047A2DF7-D36C-40BB-B558-1AC67DD182A6}" type="pres">
      <dgm:prSet presAssocID="{C1CA8FA7-214E-4089-95A1-E03B821F5CBA}" presName="composite" presStyleCnt="0"/>
      <dgm:spPr/>
    </dgm:pt>
    <dgm:pt modelId="{391F073E-EA54-43F2-8BAE-16D1342906F2}" type="pres">
      <dgm:prSet presAssocID="{C1CA8FA7-214E-4089-95A1-E03B821F5CBA}" presName="DropPinPlaceHolder" presStyleCnt="0"/>
      <dgm:spPr/>
    </dgm:pt>
    <dgm:pt modelId="{1EF2A232-469E-4B05-8DEC-D6271ADC129C}" type="pres">
      <dgm:prSet presAssocID="{C1CA8FA7-214E-4089-95A1-E03B821F5CBA}" presName="DropPin" presStyleLbl="alignNode1" presStyleIdx="4" presStyleCnt="9"/>
      <dgm:spPr/>
    </dgm:pt>
    <dgm:pt modelId="{3C76B223-8E5F-45B3-87AE-8EDB863F5B5F}" type="pres">
      <dgm:prSet presAssocID="{C1CA8FA7-214E-4089-95A1-E03B821F5CBA}" presName="Ellipse" presStyleLbl="fgAcc1" presStyleIdx="4" presStyleCnt="9"/>
      <dgm:spPr/>
    </dgm:pt>
    <dgm:pt modelId="{9A01388C-817A-4AA1-A228-1BD1A6DF6EAA}" type="pres">
      <dgm:prSet presAssocID="{C1CA8FA7-214E-4089-95A1-E03B821F5CBA}" presName="L2TextContainer" presStyleLbl="revTx" presStyleIdx="8" presStyleCnt="18">
        <dgm:presLayoutVars>
          <dgm:bulletEnabled val="1"/>
        </dgm:presLayoutVars>
      </dgm:prSet>
      <dgm:spPr/>
    </dgm:pt>
    <dgm:pt modelId="{92E3FB62-7F24-46CA-ABDB-900415E14B8E}" type="pres">
      <dgm:prSet presAssocID="{C1CA8FA7-214E-4089-95A1-E03B821F5CBA}" presName="L1TextContainer" presStyleLbl="revTx" presStyleIdx="9" presStyleCnt="18">
        <dgm:presLayoutVars>
          <dgm:chMax val="1"/>
          <dgm:chPref val="1"/>
          <dgm:bulletEnabled val="1"/>
        </dgm:presLayoutVars>
      </dgm:prSet>
      <dgm:spPr/>
    </dgm:pt>
    <dgm:pt modelId="{0D94CA0F-A19D-4B39-B02C-B86FFB94F054}" type="pres">
      <dgm:prSet presAssocID="{C1CA8FA7-214E-4089-95A1-E03B821F5CBA}" presName="ConnectLine" presStyleLbl="dkBgShp" presStyleIdx="6" presStyleCnt="11"/>
      <dgm:spPr/>
    </dgm:pt>
    <dgm:pt modelId="{06F336CC-26F9-4964-A296-F40725004FA9}" type="pres">
      <dgm:prSet presAssocID="{C1CA8FA7-214E-4089-95A1-E03B821F5CBA}" presName="ConnectorPoint" presStyleCnt="0"/>
      <dgm:spPr/>
    </dgm:pt>
    <dgm:pt modelId="{9ACE68BE-43EC-4495-AF10-0416F60CEE16}" type="pres">
      <dgm:prSet presAssocID="{C1CA8FA7-214E-4089-95A1-E03B821F5CBA}" presName="Bullet" presStyleLbl="lnNode1" presStyleIdx="4" presStyleCnt="9"/>
      <dgm:spPr/>
    </dgm:pt>
    <dgm:pt modelId="{3CB27400-47A1-4950-A22D-00B1002F649D}" type="pres">
      <dgm:prSet presAssocID="{C1CA8FA7-214E-4089-95A1-E03B821F5CBA}" presName="EmptyPlaceHolder" presStyleCnt="0"/>
      <dgm:spPr/>
    </dgm:pt>
    <dgm:pt modelId="{9CFF6C80-42B6-45A2-B832-8B4A8FC7BBF5}" type="pres">
      <dgm:prSet presAssocID="{3E8E9D8A-8259-416F-AA33-8EC884B69BC4}" presName="spaceBetweenRectangles" presStyleCnt="0"/>
      <dgm:spPr/>
    </dgm:pt>
    <dgm:pt modelId="{00081267-8AF4-4D1F-B39B-F72228017C58}" type="pres">
      <dgm:prSet presAssocID="{ACD39856-9275-47B9-8859-291E9758A2CB}" presName="composite" presStyleCnt="0"/>
      <dgm:spPr/>
    </dgm:pt>
    <dgm:pt modelId="{FF32DDE4-D91F-4B5A-B02C-F7E9F4506477}" type="pres">
      <dgm:prSet presAssocID="{ACD39856-9275-47B9-8859-291E9758A2CB}" presName="DropPinPlaceHolder" presStyleCnt="0"/>
      <dgm:spPr/>
    </dgm:pt>
    <dgm:pt modelId="{B13B7ABC-1DA5-4676-814A-CA515E4A3A8F}" type="pres">
      <dgm:prSet presAssocID="{ACD39856-9275-47B9-8859-291E9758A2CB}" presName="DropPin" presStyleLbl="alignNode1" presStyleIdx="5" presStyleCnt="9"/>
      <dgm:spPr/>
    </dgm:pt>
    <dgm:pt modelId="{54B402C5-EE0E-40EE-AC7B-A4094076C472}" type="pres">
      <dgm:prSet presAssocID="{ACD39856-9275-47B9-8859-291E9758A2CB}" presName="Ellipse" presStyleLbl="fgAcc1" presStyleIdx="5" presStyleCnt="9"/>
      <dgm:spPr/>
    </dgm:pt>
    <dgm:pt modelId="{40941C34-CD58-4641-91F6-E1F24B7FE5E3}" type="pres">
      <dgm:prSet presAssocID="{ACD39856-9275-47B9-8859-291E9758A2CB}" presName="L2TextContainer" presStyleLbl="revTx" presStyleIdx="10" presStyleCnt="18">
        <dgm:presLayoutVars>
          <dgm:bulletEnabled val="1"/>
        </dgm:presLayoutVars>
      </dgm:prSet>
      <dgm:spPr/>
    </dgm:pt>
    <dgm:pt modelId="{04483CA3-F6BC-4323-A9C6-6859C39EA8E0}" type="pres">
      <dgm:prSet presAssocID="{ACD39856-9275-47B9-8859-291E9758A2CB}" presName="L1TextContainer" presStyleLbl="revTx" presStyleIdx="11" presStyleCnt="18">
        <dgm:presLayoutVars>
          <dgm:chMax val="1"/>
          <dgm:chPref val="1"/>
          <dgm:bulletEnabled val="1"/>
        </dgm:presLayoutVars>
      </dgm:prSet>
      <dgm:spPr/>
    </dgm:pt>
    <dgm:pt modelId="{ED79B79A-638B-4C56-8BBC-26DC94E18D1E}" type="pres">
      <dgm:prSet presAssocID="{ACD39856-9275-47B9-8859-291E9758A2CB}" presName="ConnectLine" presStyleLbl="dkBgShp" presStyleIdx="7" presStyleCnt="11"/>
      <dgm:spPr/>
    </dgm:pt>
    <dgm:pt modelId="{D275A51A-0F2B-4BEB-AA0F-513851A804A1}" type="pres">
      <dgm:prSet presAssocID="{ACD39856-9275-47B9-8859-291E9758A2CB}" presName="ConnectorPoint" presStyleCnt="0"/>
      <dgm:spPr/>
    </dgm:pt>
    <dgm:pt modelId="{CD0FD0FA-C176-4280-B0E2-5EBBFD342D69}" type="pres">
      <dgm:prSet presAssocID="{ACD39856-9275-47B9-8859-291E9758A2CB}" presName="Bullet" presStyleLbl="lnNode1" presStyleIdx="5" presStyleCnt="9"/>
      <dgm:spPr/>
    </dgm:pt>
    <dgm:pt modelId="{E55DAA5A-5F86-49B9-B269-8041910DD48E}" type="pres">
      <dgm:prSet presAssocID="{ACD39856-9275-47B9-8859-291E9758A2CB}" presName="EmptyPlaceHolder" presStyleCnt="0"/>
      <dgm:spPr/>
    </dgm:pt>
    <dgm:pt modelId="{0A26011E-5EE0-4462-BD76-BFA563ACF89F}" type="pres">
      <dgm:prSet presAssocID="{09FDE3CE-B3D8-4BFC-ABEC-B46418093277}" presName="spaceBetweenRectangles" presStyleCnt="0"/>
      <dgm:spPr/>
    </dgm:pt>
    <dgm:pt modelId="{F4541C7F-E2F6-49E8-8CAE-35810538C87B}" type="pres">
      <dgm:prSet presAssocID="{943164F5-B690-4105-ADBD-141976AB2825}" presName="composite" presStyleCnt="0"/>
      <dgm:spPr/>
    </dgm:pt>
    <dgm:pt modelId="{424BB5D1-FCD3-4E98-99C9-32D63EAED1DC}" type="pres">
      <dgm:prSet presAssocID="{943164F5-B690-4105-ADBD-141976AB2825}" presName="DropPinPlaceHolder" presStyleCnt="0"/>
      <dgm:spPr/>
    </dgm:pt>
    <dgm:pt modelId="{B069724D-7DBD-43FE-A065-12EE484FA440}" type="pres">
      <dgm:prSet presAssocID="{943164F5-B690-4105-ADBD-141976AB2825}" presName="DropPin" presStyleLbl="alignNode1" presStyleIdx="6" presStyleCnt="9"/>
      <dgm:spPr/>
    </dgm:pt>
    <dgm:pt modelId="{39544671-74AC-42F9-8213-BF9D1AA3673C}" type="pres">
      <dgm:prSet presAssocID="{943164F5-B690-4105-ADBD-141976AB2825}" presName="Ellipse" presStyleLbl="fgAcc1" presStyleIdx="6" presStyleCnt="9"/>
      <dgm:spPr/>
    </dgm:pt>
    <dgm:pt modelId="{8C1E239F-94D9-46A6-83F3-227D14CDF797}" type="pres">
      <dgm:prSet presAssocID="{943164F5-B690-4105-ADBD-141976AB2825}" presName="L2TextContainer" presStyleLbl="revTx" presStyleIdx="12" presStyleCnt="18">
        <dgm:presLayoutVars>
          <dgm:bulletEnabled val="1"/>
        </dgm:presLayoutVars>
      </dgm:prSet>
      <dgm:spPr/>
    </dgm:pt>
    <dgm:pt modelId="{1CD5080C-3C42-4BC5-9C77-17FB9590649E}" type="pres">
      <dgm:prSet presAssocID="{943164F5-B690-4105-ADBD-141976AB2825}" presName="L1TextContainer" presStyleLbl="revTx" presStyleIdx="13" presStyleCnt="18">
        <dgm:presLayoutVars>
          <dgm:chMax val="1"/>
          <dgm:chPref val="1"/>
          <dgm:bulletEnabled val="1"/>
        </dgm:presLayoutVars>
      </dgm:prSet>
      <dgm:spPr/>
    </dgm:pt>
    <dgm:pt modelId="{A6C77553-FAC5-4D44-9777-BF96F1490F2B}" type="pres">
      <dgm:prSet presAssocID="{943164F5-B690-4105-ADBD-141976AB2825}" presName="ConnectLine" presStyleLbl="dkBgShp" presStyleIdx="8" presStyleCnt="11"/>
      <dgm:spPr/>
    </dgm:pt>
    <dgm:pt modelId="{795AF03F-9BE7-4592-B949-C36F7832FE61}" type="pres">
      <dgm:prSet presAssocID="{943164F5-B690-4105-ADBD-141976AB2825}" presName="ConnectorPoint" presStyleCnt="0"/>
      <dgm:spPr/>
    </dgm:pt>
    <dgm:pt modelId="{37C367AF-CE19-42B7-96CF-667E9569F517}" type="pres">
      <dgm:prSet presAssocID="{943164F5-B690-4105-ADBD-141976AB2825}" presName="Bullet" presStyleLbl="lnNode1" presStyleIdx="6" presStyleCnt="9"/>
      <dgm:spPr/>
    </dgm:pt>
    <dgm:pt modelId="{2BAFA810-1736-4770-A7CD-477DA47C8A63}" type="pres">
      <dgm:prSet presAssocID="{943164F5-B690-4105-ADBD-141976AB2825}" presName="EmptyPlaceHolder" presStyleCnt="0"/>
      <dgm:spPr/>
    </dgm:pt>
    <dgm:pt modelId="{865C56D2-956D-4267-9AA6-F2F725888F20}" type="pres">
      <dgm:prSet presAssocID="{79538B7E-8BA4-4D11-8BE5-C27A4BA7743C}" presName="spaceBetweenRectangles" presStyleCnt="0"/>
      <dgm:spPr/>
    </dgm:pt>
    <dgm:pt modelId="{0B550346-B0E4-4F86-91AD-CDF480DFC413}" type="pres">
      <dgm:prSet presAssocID="{22041401-8AD0-499E-904E-AE6B9BDEFE79}" presName="composite" presStyleCnt="0"/>
      <dgm:spPr/>
    </dgm:pt>
    <dgm:pt modelId="{E7E8E3AB-0B31-49D6-9E59-F2664AA8C51C}" type="pres">
      <dgm:prSet presAssocID="{22041401-8AD0-499E-904E-AE6B9BDEFE79}" presName="DropPinPlaceHolder" presStyleCnt="0"/>
      <dgm:spPr/>
    </dgm:pt>
    <dgm:pt modelId="{9872E6B6-0180-44BD-9F31-69AA1D91C6D6}" type="pres">
      <dgm:prSet presAssocID="{22041401-8AD0-499E-904E-AE6B9BDEFE79}" presName="DropPin" presStyleLbl="alignNode1" presStyleIdx="7" presStyleCnt="9"/>
      <dgm:spPr/>
    </dgm:pt>
    <dgm:pt modelId="{DC9005F1-6198-45FF-8C5C-85ABA4F28BA2}" type="pres">
      <dgm:prSet presAssocID="{22041401-8AD0-499E-904E-AE6B9BDEFE79}" presName="Ellipse" presStyleLbl="fgAcc1" presStyleIdx="7" presStyleCnt="9"/>
      <dgm:spPr/>
    </dgm:pt>
    <dgm:pt modelId="{28455B08-0882-4F09-A84D-92433D6A6C8E}" type="pres">
      <dgm:prSet presAssocID="{22041401-8AD0-499E-904E-AE6B9BDEFE79}" presName="L2TextContainer" presStyleLbl="revTx" presStyleIdx="14" presStyleCnt="18">
        <dgm:presLayoutVars>
          <dgm:bulletEnabled val="1"/>
        </dgm:presLayoutVars>
      </dgm:prSet>
      <dgm:spPr/>
    </dgm:pt>
    <dgm:pt modelId="{71B737A0-2024-4220-A94B-44121B325E04}" type="pres">
      <dgm:prSet presAssocID="{22041401-8AD0-499E-904E-AE6B9BDEFE79}" presName="L1TextContainer" presStyleLbl="revTx" presStyleIdx="15" presStyleCnt="18">
        <dgm:presLayoutVars>
          <dgm:chMax val="1"/>
          <dgm:chPref val="1"/>
          <dgm:bulletEnabled val="1"/>
        </dgm:presLayoutVars>
      </dgm:prSet>
      <dgm:spPr/>
    </dgm:pt>
    <dgm:pt modelId="{19DA7A8E-F0A4-4BC9-A19A-5E9770719F5B}" type="pres">
      <dgm:prSet presAssocID="{22041401-8AD0-499E-904E-AE6B9BDEFE79}" presName="ConnectLine" presStyleLbl="dkBgShp" presStyleIdx="9" presStyleCnt="11"/>
      <dgm:spPr/>
    </dgm:pt>
    <dgm:pt modelId="{D00EE901-98A5-4F51-AD7A-32F34E521E9B}" type="pres">
      <dgm:prSet presAssocID="{22041401-8AD0-499E-904E-AE6B9BDEFE79}" presName="ConnectorPoint" presStyleCnt="0"/>
      <dgm:spPr/>
    </dgm:pt>
    <dgm:pt modelId="{A06862B8-C830-423E-B268-A3909166AE6F}" type="pres">
      <dgm:prSet presAssocID="{22041401-8AD0-499E-904E-AE6B9BDEFE79}" presName="Bullet" presStyleLbl="lnNode1" presStyleIdx="7" presStyleCnt="9"/>
      <dgm:spPr/>
    </dgm:pt>
    <dgm:pt modelId="{3D40BECB-90C9-456A-9FAD-CDB9FFC992EA}" type="pres">
      <dgm:prSet presAssocID="{22041401-8AD0-499E-904E-AE6B9BDEFE79}" presName="EmptyPlaceHolder" presStyleCnt="0"/>
      <dgm:spPr/>
    </dgm:pt>
    <dgm:pt modelId="{E5A420DD-BEC0-4A9B-84DF-35CCD0805413}" type="pres">
      <dgm:prSet presAssocID="{EE6625E5-0942-45DA-9AF7-A01693FBF2FE}" presName="spaceBetweenRectangles" presStyleCnt="0"/>
      <dgm:spPr/>
    </dgm:pt>
    <dgm:pt modelId="{CB9C5D7D-35B2-4CDA-A674-89DB7849AAB6}" type="pres">
      <dgm:prSet presAssocID="{7667BA8E-B79B-48B2-AF67-E07EFFDCDB2C}" presName="composite" presStyleCnt="0"/>
      <dgm:spPr/>
    </dgm:pt>
    <dgm:pt modelId="{E540790A-2FAB-448B-B3A3-42244E55129E}" type="pres">
      <dgm:prSet presAssocID="{7667BA8E-B79B-48B2-AF67-E07EFFDCDB2C}" presName="DropPinPlaceHolder" presStyleCnt="0"/>
      <dgm:spPr/>
    </dgm:pt>
    <dgm:pt modelId="{E8D99CD1-9286-4F76-BF76-D60B4E671123}" type="pres">
      <dgm:prSet presAssocID="{7667BA8E-B79B-48B2-AF67-E07EFFDCDB2C}" presName="DropPin" presStyleLbl="alignNode1" presStyleIdx="8" presStyleCnt="9"/>
      <dgm:spPr/>
    </dgm:pt>
    <dgm:pt modelId="{051F0601-D73C-4B3E-9A0A-A8857CA8A1D1}" type="pres">
      <dgm:prSet presAssocID="{7667BA8E-B79B-48B2-AF67-E07EFFDCDB2C}" presName="Ellipse" presStyleLbl="fgAcc1" presStyleIdx="8" presStyleCnt="9"/>
      <dgm:spPr/>
    </dgm:pt>
    <dgm:pt modelId="{692C31D3-5848-491A-A841-FD350B9DA90E}" type="pres">
      <dgm:prSet presAssocID="{7667BA8E-B79B-48B2-AF67-E07EFFDCDB2C}" presName="L2TextContainer" presStyleLbl="revTx" presStyleIdx="16" presStyleCnt="18">
        <dgm:presLayoutVars>
          <dgm:bulletEnabled val="1"/>
        </dgm:presLayoutVars>
      </dgm:prSet>
      <dgm:spPr/>
    </dgm:pt>
    <dgm:pt modelId="{C66B0EA0-7536-4F39-985B-197EA5B01F1E}" type="pres">
      <dgm:prSet presAssocID="{7667BA8E-B79B-48B2-AF67-E07EFFDCDB2C}" presName="L1TextContainer" presStyleLbl="revTx" presStyleIdx="17" presStyleCnt="18">
        <dgm:presLayoutVars>
          <dgm:chMax val="1"/>
          <dgm:chPref val="1"/>
          <dgm:bulletEnabled val="1"/>
        </dgm:presLayoutVars>
      </dgm:prSet>
      <dgm:spPr/>
    </dgm:pt>
    <dgm:pt modelId="{BD8813A4-FB2B-490E-ACD6-C52420ADC430}" type="pres">
      <dgm:prSet presAssocID="{7667BA8E-B79B-48B2-AF67-E07EFFDCDB2C}" presName="ConnectLine" presStyleLbl="dkBgShp" presStyleIdx="10" presStyleCnt="11"/>
      <dgm:spPr/>
    </dgm:pt>
    <dgm:pt modelId="{EC47CE71-218D-413F-9097-340956B0F231}" type="pres">
      <dgm:prSet presAssocID="{7667BA8E-B79B-48B2-AF67-E07EFFDCDB2C}" presName="ConnectorPoint" presStyleCnt="0"/>
      <dgm:spPr/>
    </dgm:pt>
    <dgm:pt modelId="{95196B57-957D-46D0-A3CF-0553E7728947}" type="pres">
      <dgm:prSet presAssocID="{7667BA8E-B79B-48B2-AF67-E07EFFDCDB2C}" presName="Bullet" presStyleLbl="lnNode1" presStyleIdx="8" presStyleCnt="9"/>
      <dgm:spPr/>
    </dgm:pt>
    <dgm:pt modelId="{2D9E0886-00D2-40ED-B010-7911056477B0}" type="pres">
      <dgm:prSet presAssocID="{7667BA8E-B79B-48B2-AF67-E07EFFDCDB2C}" presName="EmptyPlaceHolder" presStyleCnt="0"/>
      <dgm:spPr/>
    </dgm:pt>
  </dgm:ptLst>
  <dgm:cxnLst>
    <dgm:cxn modelId="{56B92001-35ED-4016-9C3A-221431CFD05F}" type="presOf" srcId="{ACD39856-9275-47B9-8859-291E9758A2CB}" destId="{04483CA3-F6BC-4323-A9C6-6859C39EA8E0}" srcOrd="0" destOrd="0" presId="urn:microsoft.com/office/officeart/2024/layout/BulletTimeline"/>
    <dgm:cxn modelId="{FB0F670F-A427-47A6-B330-D51E4621CE5F}" srcId="{408A50FC-B963-4D64-8169-93FDF1A46532}" destId="{92D96BA0-892E-4C9D-9CAA-4789C0781970}" srcOrd="0" destOrd="0" parTransId="{2CF06133-3115-496B-B263-207DA9F626E9}" sibTransId="{3B847087-06D7-4F32-BEFF-8F9EFF4552CB}"/>
    <dgm:cxn modelId="{ED7E1F15-8E70-45CB-A32B-84A2646D94A2}" srcId="{98585913-5F54-47C8-B11D-FC878080ED10}" destId="{58F58F15-031B-4287-A416-31A9EC990F2E}" srcOrd="2" destOrd="0" parTransId="{13E87ACC-0B88-47E5-B500-DC74CEFCB5CD}" sibTransId="{BC8A4A7F-D3EE-4C40-8F52-D5BF3AAEEF10}"/>
    <dgm:cxn modelId="{C3F1AC1B-71D9-4270-A20B-01334683E368}" type="presOf" srcId="{943164F5-B690-4105-ADBD-141976AB2825}" destId="{1CD5080C-3C42-4BC5-9C77-17FB9590649E}" srcOrd="0" destOrd="0" presId="urn:microsoft.com/office/officeart/2024/layout/BulletTimeline"/>
    <dgm:cxn modelId="{0507141F-0393-4D7E-B815-E8D6812754A2}" type="presOf" srcId="{B0B41D33-C596-4103-B572-9B832BB51194}" destId="{CCB34F38-3A4F-4EE5-AE3A-566CBEA0E211}" srcOrd="0" destOrd="0" presId="urn:microsoft.com/office/officeart/2024/layout/BulletTimeline"/>
    <dgm:cxn modelId="{05559825-7902-4020-A80E-24CED78AD049}" srcId="{98585913-5F54-47C8-B11D-FC878080ED10}" destId="{943164F5-B690-4105-ADBD-141976AB2825}" srcOrd="6" destOrd="0" parTransId="{4B2C505F-78E3-4591-A146-3D87F3BA6D7E}" sibTransId="{79538B7E-8BA4-4D11-8BE5-C27A4BA7743C}"/>
    <dgm:cxn modelId="{A04DEC2A-9905-4746-9C56-E63B8F2D985A}" srcId="{98585913-5F54-47C8-B11D-FC878080ED10}" destId="{AD13EFE4-42FA-407A-97CC-F5DA0439C846}" srcOrd="3" destOrd="0" parTransId="{166ECA04-4A9E-47A8-8802-717D16E3E165}" sibTransId="{EA8224CA-D53B-4E27-B678-1D1D18FDB972}"/>
    <dgm:cxn modelId="{574A8A31-EA3E-4403-A3B0-350B725BA17D}" type="presOf" srcId="{A9B34012-8F43-4747-91A7-00E0E299D311}" destId="{F526F41D-C236-44DC-9841-E161BAC19683}" srcOrd="0" destOrd="0" presId="urn:microsoft.com/office/officeart/2024/layout/BulletTimeline"/>
    <dgm:cxn modelId="{2D53AA37-337B-4173-AC4E-C2C231122D67}" type="presOf" srcId="{BB2AF45C-6985-47A3-99F5-325464F6E981}" destId="{8C1E239F-94D9-46A6-83F3-227D14CDF797}" srcOrd="0" destOrd="0" presId="urn:microsoft.com/office/officeart/2024/layout/BulletTimeline"/>
    <dgm:cxn modelId="{75EAD639-E8E9-49A7-9ABE-28ED2692F9EF}" type="presOf" srcId="{98585913-5F54-47C8-B11D-FC878080ED10}" destId="{BA3E8A41-0896-4A4A-A69A-BAFF72C6E494}" srcOrd="0" destOrd="0" presId="urn:microsoft.com/office/officeart/2024/layout/BulletTimeline"/>
    <dgm:cxn modelId="{89284564-DC3D-4E24-8EF1-5FEB81B21E98}" srcId="{7667BA8E-B79B-48B2-AF67-E07EFFDCDB2C}" destId="{81D95C89-CA3C-4788-8438-CAB3C54B3677}" srcOrd="0" destOrd="0" parTransId="{88A91E62-A602-4AAA-BB75-F10F235AB492}" sibTransId="{50E36B8F-5D68-4A80-9CE2-0AC73E6584B5}"/>
    <dgm:cxn modelId="{B789A345-FDF3-4DC1-B24C-5B6E2AEB57E8}" type="presOf" srcId="{A16C07EC-2C94-4D24-8F7D-6DFDDA56D8D7}" destId="{A44BC4D5-3C59-4445-99E8-7602C26285C3}" srcOrd="0" destOrd="0" presId="urn:microsoft.com/office/officeart/2024/layout/BulletTimeline"/>
    <dgm:cxn modelId="{E91BCC48-737B-4928-B5F9-6C2A67308504}" srcId="{98585913-5F54-47C8-B11D-FC878080ED10}" destId="{ACD39856-9275-47B9-8859-291E9758A2CB}" srcOrd="5" destOrd="0" parTransId="{8559DFB6-D84F-490A-A58D-E8B6FF83CFCE}" sibTransId="{09FDE3CE-B3D8-4BFC-ABEC-B46418093277}"/>
    <dgm:cxn modelId="{6CBD6E50-0CA1-4035-BC48-49CD4EB3D698}" type="presOf" srcId="{DB58F329-F649-4FE6-AE7E-55D98ACA4F71}" destId="{28455B08-0882-4F09-A84D-92433D6A6C8E}" srcOrd="0" destOrd="0" presId="urn:microsoft.com/office/officeart/2024/layout/BulletTimeline"/>
    <dgm:cxn modelId="{A7537572-34A6-4E5B-B7A1-9CF5B19DFE8D}" srcId="{98585913-5F54-47C8-B11D-FC878080ED10}" destId="{408A50FC-B963-4D64-8169-93FDF1A46532}" srcOrd="1" destOrd="0" parTransId="{1B27A9CB-219F-43CE-9B8C-4FF9178B6539}" sibTransId="{6418B7E5-F1C0-4B70-8D3C-5ADF0D66F9C6}"/>
    <dgm:cxn modelId="{22EE9D75-1233-4D7F-9ABA-6BF60AF166FC}" srcId="{C1CA8FA7-214E-4089-95A1-E03B821F5CBA}" destId="{2B7DDB68-366B-40C5-AE2E-E6D857AFEA61}" srcOrd="0" destOrd="0" parTransId="{0C858338-DE41-44B6-8BC0-2A6E16A098EB}" sibTransId="{2CAB56B7-EE89-48A3-AEAA-58175EEB1A7A}"/>
    <dgm:cxn modelId="{D73FA576-BDD5-4A43-A30D-2C529C6AFE49}" type="presOf" srcId="{AD13EFE4-42FA-407A-97CC-F5DA0439C846}" destId="{97B9F791-77D9-4504-986B-EBD83FACF4F2}" srcOrd="0" destOrd="0" presId="urn:microsoft.com/office/officeart/2024/layout/BulletTimeline"/>
    <dgm:cxn modelId="{C5E71E57-EA9B-4111-8DFA-998A109971A8}" type="presOf" srcId="{92D96BA0-892E-4C9D-9CAA-4789C0781970}" destId="{2B7901EA-6663-4338-9676-39B7B06480A7}" srcOrd="0" destOrd="0" presId="urn:microsoft.com/office/officeart/2024/layout/BulletTimeline"/>
    <dgm:cxn modelId="{77BDAF7E-625F-400B-8AC5-C98D3969F228}" srcId="{AD13EFE4-42FA-407A-97CC-F5DA0439C846}" destId="{A9B34012-8F43-4747-91A7-00E0E299D311}" srcOrd="0" destOrd="0" parTransId="{B191CED2-8264-428E-B1A4-BE43D7B67CAA}" sibTransId="{BA1B8783-F4A3-44C8-B1A3-4995EA37CCA5}"/>
    <dgm:cxn modelId="{884AB580-5E55-4188-B3D6-97F167D9A60C}" srcId="{22041401-8AD0-499E-904E-AE6B9BDEFE79}" destId="{DB58F329-F649-4FE6-AE7E-55D98ACA4F71}" srcOrd="0" destOrd="0" parTransId="{B64F872D-7AE4-4080-BAFD-8497AC4DE8D5}" sibTransId="{6CC25425-6329-4B3D-AF8E-528E2AF5E688}"/>
    <dgm:cxn modelId="{80E2C785-4360-47FF-8FD8-96C23B76B7C5}" srcId="{A16C07EC-2C94-4D24-8F7D-6DFDDA56D8D7}" destId="{B0B41D33-C596-4103-B572-9B832BB51194}" srcOrd="0" destOrd="0" parTransId="{02425F6B-47DF-456A-88EC-CDD05CACBC3B}" sibTransId="{C2ABB4DD-114C-4C1B-A9D0-FF9536F1B25F}"/>
    <dgm:cxn modelId="{87CA1A86-7FFE-40F1-BC95-A9580DF4C2AB}" type="presOf" srcId="{2B7DDB68-366B-40C5-AE2E-E6D857AFEA61}" destId="{9A01388C-817A-4AA1-A228-1BD1A6DF6EAA}" srcOrd="0" destOrd="0" presId="urn:microsoft.com/office/officeart/2024/layout/BulletTimeline"/>
    <dgm:cxn modelId="{171FAA8A-E1A2-4787-9192-DF077A881D47}" type="presOf" srcId="{81D95C89-CA3C-4788-8438-CAB3C54B3677}" destId="{692C31D3-5848-491A-A841-FD350B9DA90E}" srcOrd="0" destOrd="0" presId="urn:microsoft.com/office/officeart/2024/layout/BulletTimeline"/>
    <dgm:cxn modelId="{4038218D-22AA-4226-AB39-F08FFF56FC24}" srcId="{943164F5-B690-4105-ADBD-141976AB2825}" destId="{BB2AF45C-6985-47A3-99F5-325464F6E981}" srcOrd="0" destOrd="0" parTransId="{10B82A51-E7D0-46C7-8956-C71BA8D148E4}" sibTransId="{BEFB5652-C8E8-48DC-A10F-0EC99F1E1527}"/>
    <dgm:cxn modelId="{E530C295-2828-4910-89C3-49EFDE88D54B}" srcId="{98585913-5F54-47C8-B11D-FC878080ED10}" destId="{C1CA8FA7-214E-4089-95A1-E03B821F5CBA}" srcOrd="4" destOrd="0" parTransId="{D7FCD671-81B0-4B18-8782-2FD23EFF1F86}" sibTransId="{3E8E9D8A-8259-416F-AA33-8EC884B69BC4}"/>
    <dgm:cxn modelId="{FD392097-0C0C-4E60-ADB7-6065F66496F7}" type="presOf" srcId="{E342089E-0C63-463F-AEE7-F18BA32DCC1B}" destId="{40941C34-CD58-4641-91F6-E1F24B7FE5E3}" srcOrd="0" destOrd="0" presId="urn:microsoft.com/office/officeart/2024/layout/BulletTimeline"/>
    <dgm:cxn modelId="{C443A79D-1FAE-4A28-AA76-8CE8F0A4A9D7}" type="presOf" srcId="{22041401-8AD0-499E-904E-AE6B9BDEFE79}" destId="{71B737A0-2024-4220-A94B-44121B325E04}" srcOrd="0" destOrd="0" presId="urn:microsoft.com/office/officeart/2024/layout/BulletTimeline"/>
    <dgm:cxn modelId="{8CFF93B6-CA1A-4B0D-A2E0-B3E043C70B2F}" type="presOf" srcId="{0AC124AD-5ED0-44A6-8291-A6FC7BE4B1F3}" destId="{E4133748-B8E4-440E-8C7A-CDB76CF552D3}" srcOrd="0" destOrd="0" presId="urn:microsoft.com/office/officeart/2024/layout/BulletTimeline"/>
    <dgm:cxn modelId="{320695BC-58D4-4D89-841D-9EC28906799B}" srcId="{98585913-5F54-47C8-B11D-FC878080ED10}" destId="{7667BA8E-B79B-48B2-AF67-E07EFFDCDB2C}" srcOrd="8" destOrd="0" parTransId="{2FCA6862-17D2-40FF-95D3-2C7E7EE5B6CA}" sibTransId="{B7E1C8C1-3270-4655-A492-020595B2724A}"/>
    <dgm:cxn modelId="{7D1047C4-5509-4C82-A490-E6185CA2B3DF}" type="presOf" srcId="{408A50FC-B963-4D64-8169-93FDF1A46532}" destId="{E2184517-86C6-4BBC-BB25-50C3727B16EC}" srcOrd="0" destOrd="0" presId="urn:microsoft.com/office/officeart/2024/layout/BulletTimeline"/>
    <dgm:cxn modelId="{D2FB66CA-03D5-4D2E-89B3-57DF190DE290}" srcId="{98585913-5F54-47C8-B11D-FC878080ED10}" destId="{22041401-8AD0-499E-904E-AE6B9BDEFE79}" srcOrd="7" destOrd="0" parTransId="{C56392AC-BD73-4B92-845A-A48CD14DEA5F}" sibTransId="{EE6625E5-0942-45DA-9AF7-A01693FBF2FE}"/>
    <dgm:cxn modelId="{B3EB2ED5-F433-4414-8CD8-3F38DF9FD459}" type="presOf" srcId="{C1CA8FA7-214E-4089-95A1-E03B821F5CBA}" destId="{92E3FB62-7F24-46CA-ABDB-900415E14B8E}" srcOrd="0" destOrd="0" presId="urn:microsoft.com/office/officeart/2024/layout/BulletTimeline"/>
    <dgm:cxn modelId="{9210C0D8-C75B-411B-95C4-562127A397F4}" type="presOf" srcId="{58F58F15-031B-4287-A416-31A9EC990F2E}" destId="{7E5C837D-C7F6-42EB-9BEA-0D8393E6B227}" srcOrd="0" destOrd="0" presId="urn:microsoft.com/office/officeart/2024/layout/BulletTimeline"/>
    <dgm:cxn modelId="{74DC9AE3-7E4F-4E2D-BC88-9CAFBAD248F4}" srcId="{58F58F15-031B-4287-A416-31A9EC990F2E}" destId="{0AC124AD-5ED0-44A6-8291-A6FC7BE4B1F3}" srcOrd="0" destOrd="0" parTransId="{2556AEB1-6140-4F3E-8793-B3E0B83C8161}" sibTransId="{BD564CC5-2B67-489E-BE14-9248C6B624BB}"/>
    <dgm:cxn modelId="{D74CC6F6-EEAE-4A0A-A4F0-14B89496032D}" type="presOf" srcId="{7667BA8E-B79B-48B2-AF67-E07EFFDCDB2C}" destId="{C66B0EA0-7536-4F39-985B-197EA5B01F1E}" srcOrd="0" destOrd="0" presId="urn:microsoft.com/office/officeart/2024/layout/BulletTimeline"/>
    <dgm:cxn modelId="{F85EE2F7-A5A2-49ED-A3A4-6B4245F90CB1}" srcId="{98585913-5F54-47C8-B11D-FC878080ED10}" destId="{A16C07EC-2C94-4D24-8F7D-6DFDDA56D8D7}" srcOrd="0" destOrd="0" parTransId="{5D661184-6C3A-4B63-B963-45ED42E68D72}" sibTransId="{714EDAD7-F71D-454B-B6B8-A1747A663A4D}"/>
    <dgm:cxn modelId="{03D2B7FA-7C7B-458D-8275-5D8D261F5997}" srcId="{ACD39856-9275-47B9-8859-291E9758A2CB}" destId="{E342089E-0C63-463F-AEE7-F18BA32DCC1B}" srcOrd="0" destOrd="0" parTransId="{9CBFDA36-4DAA-4D91-9310-416A525E88A1}" sibTransId="{63D3F4C7-A573-4C98-9EAB-DA5BC8E44882}"/>
    <dgm:cxn modelId="{F79EC346-E124-45D0-A609-0B682ED67751}" type="presParOf" srcId="{BA3E8A41-0896-4A4A-A69A-BAFF72C6E494}" destId="{272A7219-45BA-4634-AFAE-FCB180A71486}" srcOrd="0" destOrd="0" presId="urn:microsoft.com/office/officeart/2024/layout/BulletTimeline"/>
    <dgm:cxn modelId="{2E50A550-F12A-48A6-9A2B-C9BEEA17BB21}" type="presParOf" srcId="{272A7219-45BA-4634-AFAE-FCB180A71486}" destId="{5EDEFA58-2DC8-48E3-A0CF-21471C488DEE}" srcOrd="0" destOrd="0" presId="urn:microsoft.com/office/officeart/2024/layout/BulletTimeline"/>
    <dgm:cxn modelId="{5A49A6D7-BD63-40CA-9791-97F4EC26E685}" type="presParOf" srcId="{272A7219-45BA-4634-AFAE-FCB180A71486}" destId="{64A0864F-92AD-4826-8E34-DB95E011F895}" srcOrd="1" destOrd="0" presId="urn:microsoft.com/office/officeart/2024/layout/BulletTimeline"/>
    <dgm:cxn modelId="{93A31624-0977-4105-9013-9AFD2FAC3138}" type="presParOf" srcId="{BA3E8A41-0896-4A4A-A69A-BAFF72C6E494}" destId="{6DC0839E-6011-4292-B714-D1ED5DD2F640}" srcOrd="1" destOrd="0" presId="urn:microsoft.com/office/officeart/2024/layout/BulletTimeline"/>
    <dgm:cxn modelId="{793A5BA9-2569-427D-8B97-F6ADBF49DB4A}" type="presParOf" srcId="{6DC0839E-6011-4292-B714-D1ED5DD2F640}" destId="{95812423-99DB-428E-9274-08B570EAE271}" srcOrd="0" destOrd="0" presId="urn:microsoft.com/office/officeart/2024/layout/BulletTimeline"/>
    <dgm:cxn modelId="{902FC42A-B801-48DE-813A-9DA631C1458C}" type="presParOf" srcId="{95812423-99DB-428E-9274-08B570EAE271}" destId="{A7366144-8294-4B94-838B-6392940EBD53}" srcOrd="0" destOrd="0" presId="urn:microsoft.com/office/officeart/2024/layout/BulletTimeline"/>
    <dgm:cxn modelId="{B8EFECB7-D35D-4177-A227-57DCAB365505}" type="presParOf" srcId="{A7366144-8294-4B94-838B-6392940EBD53}" destId="{0642BB6A-9976-4076-A298-E9A05390E9DD}" srcOrd="0" destOrd="0" presId="urn:microsoft.com/office/officeart/2024/layout/BulletTimeline"/>
    <dgm:cxn modelId="{9344F4E6-E775-4541-98C8-2CDE964FE082}" type="presParOf" srcId="{A7366144-8294-4B94-838B-6392940EBD53}" destId="{6A15EE31-CC6E-4E2D-A1DC-CBDC46DC6AF9}" srcOrd="1" destOrd="0" presId="urn:microsoft.com/office/officeart/2024/layout/BulletTimeline"/>
    <dgm:cxn modelId="{1D1FA40C-5DB8-4381-B6D4-B83611B77756}" type="presParOf" srcId="{95812423-99DB-428E-9274-08B570EAE271}" destId="{CCB34F38-3A4F-4EE5-AE3A-566CBEA0E211}" srcOrd="1" destOrd="0" presId="urn:microsoft.com/office/officeart/2024/layout/BulletTimeline"/>
    <dgm:cxn modelId="{9C70640B-443C-4236-8EE3-DE328029DC81}" type="presParOf" srcId="{95812423-99DB-428E-9274-08B570EAE271}" destId="{A44BC4D5-3C59-4445-99E8-7602C26285C3}" srcOrd="2" destOrd="0" presId="urn:microsoft.com/office/officeart/2024/layout/BulletTimeline"/>
    <dgm:cxn modelId="{99CC3711-8A8B-4BB9-855D-3832D6EE5329}" type="presParOf" srcId="{95812423-99DB-428E-9274-08B570EAE271}" destId="{1C6FFF2F-B187-48C7-8B44-CF7FD922277C}" srcOrd="3" destOrd="0" presId="urn:microsoft.com/office/officeart/2024/layout/BulletTimeline"/>
    <dgm:cxn modelId="{CEF9E64F-F39A-48AB-BEA2-5368411C5BE7}" type="presParOf" srcId="{95812423-99DB-428E-9274-08B570EAE271}" destId="{477FAF30-2928-484D-BC73-B9980E56889D}" srcOrd="4" destOrd="0" presId="urn:microsoft.com/office/officeart/2024/layout/BulletTimeline"/>
    <dgm:cxn modelId="{ABC279B1-E722-4856-A012-AF582B2A4828}" type="presParOf" srcId="{477FAF30-2928-484D-BC73-B9980E56889D}" destId="{38A784B6-EB53-4CDE-9444-618BFF53968C}" srcOrd="0" destOrd="0" presId="urn:microsoft.com/office/officeart/2024/layout/BulletTimeline"/>
    <dgm:cxn modelId="{7AA8BC84-2D14-4AE6-BB7B-0D242E13CAD9}" type="presParOf" srcId="{95812423-99DB-428E-9274-08B570EAE271}" destId="{FE0BF04C-94C6-48B5-B981-0F6DF2F3C20D}" srcOrd="5" destOrd="0" presId="urn:microsoft.com/office/officeart/2024/layout/BulletTimeline"/>
    <dgm:cxn modelId="{FCCA637C-2AB7-4040-AEAC-4A9D30E3FE51}" type="presParOf" srcId="{6DC0839E-6011-4292-B714-D1ED5DD2F640}" destId="{D6754418-EAED-416A-AC4F-7B07CE08F66C}" srcOrd="1" destOrd="0" presId="urn:microsoft.com/office/officeart/2024/layout/BulletTimeline"/>
    <dgm:cxn modelId="{241CC518-F307-4A2D-828A-D08F6FA8BBD0}" type="presParOf" srcId="{6DC0839E-6011-4292-B714-D1ED5DD2F640}" destId="{BB08C13F-0B34-4052-831F-EBE152080F55}" srcOrd="2" destOrd="0" presId="urn:microsoft.com/office/officeart/2024/layout/BulletTimeline"/>
    <dgm:cxn modelId="{C2440A1B-C249-4F91-A3A7-F7D2B72F4531}" type="presParOf" srcId="{BB08C13F-0B34-4052-831F-EBE152080F55}" destId="{CCC82F89-8C88-481E-B6AD-6B0CED182072}" srcOrd="0" destOrd="0" presId="urn:microsoft.com/office/officeart/2024/layout/BulletTimeline"/>
    <dgm:cxn modelId="{A28B4D33-08A7-4032-B71F-E56CCFA24BCB}" type="presParOf" srcId="{CCC82F89-8C88-481E-B6AD-6B0CED182072}" destId="{516ACC2F-1876-43B6-9173-F63073EB3477}" srcOrd="0" destOrd="0" presId="urn:microsoft.com/office/officeart/2024/layout/BulletTimeline"/>
    <dgm:cxn modelId="{27B03513-BC98-4C28-8A13-DF4E276738FD}" type="presParOf" srcId="{CCC82F89-8C88-481E-B6AD-6B0CED182072}" destId="{DDE512A3-7F30-4159-BD6A-F44F26F2E836}" srcOrd="1" destOrd="0" presId="urn:microsoft.com/office/officeart/2024/layout/BulletTimeline"/>
    <dgm:cxn modelId="{2C3F3BC9-1F31-4C07-8F4C-2D1A2A7B0AC2}" type="presParOf" srcId="{BB08C13F-0B34-4052-831F-EBE152080F55}" destId="{2B7901EA-6663-4338-9676-39B7B06480A7}" srcOrd="1" destOrd="0" presId="urn:microsoft.com/office/officeart/2024/layout/BulletTimeline"/>
    <dgm:cxn modelId="{6759D4C9-B193-48A1-B2A5-341ED29E5890}" type="presParOf" srcId="{BB08C13F-0B34-4052-831F-EBE152080F55}" destId="{E2184517-86C6-4BBC-BB25-50C3727B16EC}" srcOrd="2" destOrd="0" presId="urn:microsoft.com/office/officeart/2024/layout/BulletTimeline"/>
    <dgm:cxn modelId="{81D67808-CA36-4E91-8048-41138DDC4EEE}" type="presParOf" srcId="{BB08C13F-0B34-4052-831F-EBE152080F55}" destId="{D12C939E-ADA8-42BA-8480-BB1783149F93}" srcOrd="3" destOrd="0" presId="urn:microsoft.com/office/officeart/2024/layout/BulletTimeline"/>
    <dgm:cxn modelId="{2F6E83E3-39A0-4B85-93EA-7580A9A00E73}" type="presParOf" srcId="{BB08C13F-0B34-4052-831F-EBE152080F55}" destId="{57D63BB2-EBF2-4C4B-900F-4996507007E7}" srcOrd="4" destOrd="0" presId="urn:microsoft.com/office/officeart/2024/layout/BulletTimeline"/>
    <dgm:cxn modelId="{E3D36FD9-9702-4BC3-AF55-DE6669C21233}" type="presParOf" srcId="{57D63BB2-EBF2-4C4B-900F-4996507007E7}" destId="{D5ED577B-3D15-4E25-8D2E-F72129705632}" srcOrd="0" destOrd="0" presId="urn:microsoft.com/office/officeart/2024/layout/BulletTimeline"/>
    <dgm:cxn modelId="{592CE392-2533-43A7-8C9A-028F939A2419}" type="presParOf" srcId="{BB08C13F-0B34-4052-831F-EBE152080F55}" destId="{33888703-E04A-4D11-B7C6-B81D9F1F2AA6}" srcOrd="5" destOrd="0" presId="urn:microsoft.com/office/officeart/2024/layout/BulletTimeline"/>
    <dgm:cxn modelId="{07CF8DBB-4010-4930-A0AB-01CB2B07115D}" type="presParOf" srcId="{6DC0839E-6011-4292-B714-D1ED5DD2F640}" destId="{28422E5B-FEEF-4340-B963-D1E4077A48E9}" srcOrd="3" destOrd="0" presId="urn:microsoft.com/office/officeart/2024/layout/BulletTimeline"/>
    <dgm:cxn modelId="{6E0E038E-D03A-429B-B6C6-45C717AF6F19}" type="presParOf" srcId="{6DC0839E-6011-4292-B714-D1ED5DD2F640}" destId="{4865EDFD-9BA9-48DE-AA05-5260301C0661}" srcOrd="4" destOrd="0" presId="urn:microsoft.com/office/officeart/2024/layout/BulletTimeline"/>
    <dgm:cxn modelId="{35FF08E8-FA85-4597-A9D6-676E1CC19BCC}" type="presParOf" srcId="{4865EDFD-9BA9-48DE-AA05-5260301C0661}" destId="{1DCC52B8-9B04-4B75-8103-7B3185CA19AB}" srcOrd="0" destOrd="0" presId="urn:microsoft.com/office/officeart/2024/layout/BulletTimeline"/>
    <dgm:cxn modelId="{C81267BD-A613-4F3A-871A-6D26C224F8BB}" type="presParOf" srcId="{1DCC52B8-9B04-4B75-8103-7B3185CA19AB}" destId="{C2CA0981-D9DC-42D0-A79D-30EC38133097}" srcOrd="0" destOrd="0" presId="urn:microsoft.com/office/officeart/2024/layout/BulletTimeline"/>
    <dgm:cxn modelId="{E4D56050-AF8F-4683-BF7F-422EFD4ED991}" type="presParOf" srcId="{1DCC52B8-9B04-4B75-8103-7B3185CA19AB}" destId="{DB1C708F-C456-4E39-8736-76C0AE696C37}" srcOrd="1" destOrd="0" presId="urn:microsoft.com/office/officeart/2024/layout/BulletTimeline"/>
    <dgm:cxn modelId="{909A89B9-A299-4635-B7DE-F3DF4A5D81D7}" type="presParOf" srcId="{4865EDFD-9BA9-48DE-AA05-5260301C0661}" destId="{E4133748-B8E4-440E-8C7A-CDB76CF552D3}" srcOrd="1" destOrd="0" presId="urn:microsoft.com/office/officeart/2024/layout/BulletTimeline"/>
    <dgm:cxn modelId="{B4D621CD-8A04-411E-98E9-A96A50E95D77}" type="presParOf" srcId="{4865EDFD-9BA9-48DE-AA05-5260301C0661}" destId="{7E5C837D-C7F6-42EB-9BEA-0D8393E6B227}" srcOrd="2" destOrd="0" presId="urn:microsoft.com/office/officeart/2024/layout/BulletTimeline"/>
    <dgm:cxn modelId="{C647FE9F-E455-4C0A-A837-BC71FB9C5716}" type="presParOf" srcId="{4865EDFD-9BA9-48DE-AA05-5260301C0661}" destId="{6458AA1F-9B59-4FCC-96FC-7202EE675C27}" srcOrd="3" destOrd="0" presId="urn:microsoft.com/office/officeart/2024/layout/BulletTimeline"/>
    <dgm:cxn modelId="{36CAD9A4-5984-4479-972B-10180A26A06F}" type="presParOf" srcId="{4865EDFD-9BA9-48DE-AA05-5260301C0661}" destId="{E3A48613-B027-43E9-84A5-6F5B8A9CDDF5}" srcOrd="4" destOrd="0" presId="urn:microsoft.com/office/officeart/2024/layout/BulletTimeline"/>
    <dgm:cxn modelId="{6B26B275-8650-4207-AA55-265D12F0BD91}" type="presParOf" srcId="{E3A48613-B027-43E9-84A5-6F5B8A9CDDF5}" destId="{3F788E61-D513-4D4D-8373-F0BF11CD32F0}" srcOrd="0" destOrd="0" presId="urn:microsoft.com/office/officeart/2024/layout/BulletTimeline"/>
    <dgm:cxn modelId="{BDFDC901-8107-4222-AFBE-662DE8E46828}" type="presParOf" srcId="{4865EDFD-9BA9-48DE-AA05-5260301C0661}" destId="{81876A14-88FB-4010-906F-2151EE86655D}" srcOrd="5" destOrd="0" presId="urn:microsoft.com/office/officeart/2024/layout/BulletTimeline"/>
    <dgm:cxn modelId="{EA2C6B69-C129-41E2-95FF-84A090C96F0B}" type="presParOf" srcId="{6DC0839E-6011-4292-B714-D1ED5DD2F640}" destId="{5813DC3F-8B0A-41B8-8CE1-15FC830ED479}" srcOrd="5" destOrd="0" presId="urn:microsoft.com/office/officeart/2024/layout/BulletTimeline"/>
    <dgm:cxn modelId="{895D9604-CCC0-4BEA-B3F1-F6B84291302A}" type="presParOf" srcId="{6DC0839E-6011-4292-B714-D1ED5DD2F640}" destId="{177B1BF1-91C5-4855-8BFC-E6E610202A79}" srcOrd="6" destOrd="0" presId="urn:microsoft.com/office/officeart/2024/layout/BulletTimeline"/>
    <dgm:cxn modelId="{030B5280-672B-4545-8D15-C8112F5DC779}" type="presParOf" srcId="{177B1BF1-91C5-4855-8BFC-E6E610202A79}" destId="{A4E6620C-7AFF-4A41-ADDC-4DF007D38A1C}" srcOrd="0" destOrd="0" presId="urn:microsoft.com/office/officeart/2024/layout/BulletTimeline"/>
    <dgm:cxn modelId="{6C26F192-2D48-409A-908D-966F43FA494B}" type="presParOf" srcId="{A4E6620C-7AFF-4A41-ADDC-4DF007D38A1C}" destId="{3A91FF4D-4401-4D92-90BE-74B5B24A404E}" srcOrd="0" destOrd="0" presId="urn:microsoft.com/office/officeart/2024/layout/BulletTimeline"/>
    <dgm:cxn modelId="{5A1D8C60-0B84-4A9E-9C71-F4889FEA5543}" type="presParOf" srcId="{A4E6620C-7AFF-4A41-ADDC-4DF007D38A1C}" destId="{BCD3141E-E75B-49E5-ACAA-C4988F07AF9D}" srcOrd="1" destOrd="0" presId="urn:microsoft.com/office/officeart/2024/layout/BulletTimeline"/>
    <dgm:cxn modelId="{969E96F1-47A6-4A5C-8ABC-AA068E047DD4}" type="presParOf" srcId="{177B1BF1-91C5-4855-8BFC-E6E610202A79}" destId="{F526F41D-C236-44DC-9841-E161BAC19683}" srcOrd="1" destOrd="0" presId="urn:microsoft.com/office/officeart/2024/layout/BulletTimeline"/>
    <dgm:cxn modelId="{FDFEDB3B-41EE-47E8-82C5-2EFE9417C36D}" type="presParOf" srcId="{177B1BF1-91C5-4855-8BFC-E6E610202A79}" destId="{97B9F791-77D9-4504-986B-EBD83FACF4F2}" srcOrd="2" destOrd="0" presId="urn:microsoft.com/office/officeart/2024/layout/BulletTimeline"/>
    <dgm:cxn modelId="{FA86DFAF-4D32-45A1-85CD-08DB46957967}" type="presParOf" srcId="{177B1BF1-91C5-4855-8BFC-E6E610202A79}" destId="{5A3A2062-620A-4703-9E0C-B44D5CBC0AA1}" srcOrd="3" destOrd="0" presId="urn:microsoft.com/office/officeart/2024/layout/BulletTimeline"/>
    <dgm:cxn modelId="{7135D7EB-B35A-46FD-A121-0F7601F388E3}" type="presParOf" srcId="{177B1BF1-91C5-4855-8BFC-E6E610202A79}" destId="{11F23C97-1F4F-4B06-B6BC-BEE19BC425CC}" srcOrd="4" destOrd="0" presId="urn:microsoft.com/office/officeart/2024/layout/BulletTimeline"/>
    <dgm:cxn modelId="{67AC761A-7A61-4541-B5C2-32910A372191}" type="presParOf" srcId="{11F23C97-1F4F-4B06-B6BC-BEE19BC425CC}" destId="{71B099E1-836A-4D33-AD3A-B40AC5376338}" srcOrd="0" destOrd="0" presId="urn:microsoft.com/office/officeart/2024/layout/BulletTimeline"/>
    <dgm:cxn modelId="{931A1DEF-106A-4E25-A871-27FBF8A9EFEC}" type="presParOf" srcId="{177B1BF1-91C5-4855-8BFC-E6E610202A79}" destId="{AB500F98-7DFD-433A-9743-B9F611F0C370}" srcOrd="5" destOrd="0" presId="urn:microsoft.com/office/officeart/2024/layout/BulletTimeline"/>
    <dgm:cxn modelId="{4ED3EFAD-C6B5-4E5F-A31D-227EA8F73B73}" type="presParOf" srcId="{6DC0839E-6011-4292-B714-D1ED5DD2F640}" destId="{BE685CA3-6580-4749-9962-052ED3EF7C44}" srcOrd="7" destOrd="0" presId="urn:microsoft.com/office/officeart/2024/layout/BulletTimeline"/>
    <dgm:cxn modelId="{9A121C11-DA42-4691-B080-EB5EDBD05615}" type="presParOf" srcId="{6DC0839E-6011-4292-B714-D1ED5DD2F640}" destId="{047A2DF7-D36C-40BB-B558-1AC67DD182A6}" srcOrd="8" destOrd="0" presId="urn:microsoft.com/office/officeart/2024/layout/BulletTimeline"/>
    <dgm:cxn modelId="{E6956F02-0C6A-4E08-8478-364B27FED948}" type="presParOf" srcId="{047A2DF7-D36C-40BB-B558-1AC67DD182A6}" destId="{391F073E-EA54-43F2-8BAE-16D1342906F2}" srcOrd="0" destOrd="0" presId="urn:microsoft.com/office/officeart/2024/layout/BulletTimeline"/>
    <dgm:cxn modelId="{CFBA9904-D54D-457C-9ED1-38B45A1FAC38}" type="presParOf" srcId="{391F073E-EA54-43F2-8BAE-16D1342906F2}" destId="{1EF2A232-469E-4B05-8DEC-D6271ADC129C}" srcOrd="0" destOrd="0" presId="urn:microsoft.com/office/officeart/2024/layout/BulletTimeline"/>
    <dgm:cxn modelId="{114663E8-41A3-4BB7-9EA2-72469C418DBA}" type="presParOf" srcId="{391F073E-EA54-43F2-8BAE-16D1342906F2}" destId="{3C76B223-8E5F-45B3-87AE-8EDB863F5B5F}" srcOrd="1" destOrd="0" presId="urn:microsoft.com/office/officeart/2024/layout/BulletTimeline"/>
    <dgm:cxn modelId="{B5580FDA-D620-4115-A0E7-F44DAD391A3D}" type="presParOf" srcId="{047A2DF7-D36C-40BB-B558-1AC67DD182A6}" destId="{9A01388C-817A-4AA1-A228-1BD1A6DF6EAA}" srcOrd="1" destOrd="0" presId="urn:microsoft.com/office/officeart/2024/layout/BulletTimeline"/>
    <dgm:cxn modelId="{0961E43B-A532-493F-AB9D-6D934D5A5204}" type="presParOf" srcId="{047A2DF7-D36C-40BB-B558-1AC67DD182A6}" destId="{92E3FB62-7F24-46CA-ABDB-900415E14B8E}" srcOrd="2" destOrd="0" presId="urn:microsoft.com/office/officeart/2024/layout/BulletTimeline"/>
    <dgm:cxn modelId="{FE7E341B-F273-46CA-A74B-C8889DF8B619}" type="presParOf" srcId="{047A2DF7-D36C-40BB-B558-1AC67DD182A6}" destId="{0D94CA0F-A19D-4B39-B02C-B86FFB94F054}" srcOrd="3" destOrd="0" presId="urn:microsoft.com/office/officeart/2024/layout/BulletTimeline"/>
    <dgm:cxn modelId="{AE8C0FD5-B7D9-4159-8720-ED44CF6014FE}" type="presParOf" srcId="{047A2DF7-D36C-40BB-B558-1AC67DD182A6}" destId="{06F336CC-26F9-4964-A296-F40725004FA9}" srcOrd="4" destOrd="0" presId="urn:microsoft.com/office/officeart/2024/layout/BulletTimeline"/>
    <dgm:cxn modelId="{9FBFDD94-EC35-4B37-BC6D-E3A029AB85F4}" type="presParOf" srcId="{06F336CC-26F9-4964-A296-F40725004FA9}" destId="{9ACE68BE-43EC-4495-AF10-0416F60CEE16}" srcOrd="0" destOrd="0" presId="urn:microsoft.com/office/officeart/2024/layout/BulletTimeline"/>
    <dgm:cxn modelId="{C40833D4-677E-45E9-941E-6F8C3905A1DD}" type="presParOf" srcId="{047A2DF7-D36C-40BB-B558-1AC67DD182A6}" destId="{3CB27400-47A1-4950-A22D-00B1002F649D}" srcOrd="5" destOrd="0" presId="urn:microsoft.com/office/officeart/2024/layout/BulletTimeline"/>
    <dgm:cxn modelId="{FD261850-99A1-40AB-8059-E4C3CBA3FDD0}" type="presParOf" srcId="{6DC0839E-6011-4292-B714-D1ED5DD2F640}" destId="{9CFF6C80-42B6-45A2-B832-8B4A8FC7BBF5}" srcOrd="9" destOrd="0" presId="urn:microsoft.com/office/officeart/2024/layout/BulletTimeline"/>
    <dgm:cxn modelId="{22720070-35CC-4B18-BD4E-A82D27EBBBCA}" type="presParOf" srcId="{6DC0839E-6011-4292-B714-D1ED5DD2F640}" destId="{00081267-8AF4-4D1F-B39B-F72228017C58}" srcOrd="10" destOrd="0" presId="urn:microsoft.com/office/officeart/2024/layout/BulletTimeline"/>
    <dgm:cxn modelId="{36A664DB-E568-4E61-AE61-2BD78C3B807F}" type="presParOf" srcId="{00081267-8AF4-4D1F-B39B-F72228017C58}" destId="{FF32DDE4-D91F-4B5A-B02C-F7E9F4506477}" srcOrd="0" destOrd="0" presId="urn:microsoft.com/office/officeart/2024/layout/BulletTimeline"/>
    <dgm:cxn modelId="{82F45992-2A96-4C82-95E8-6F5B934DC541}" type="presParOf" srcId="{FF32DDE4-D91F-4B5A-B02C-F7E9F4506477}" destId="{B13B7ABC-1DA5-4676-814A-CA515E4A3A8F}" srcOrd="0" destOrd="0" presId="urn:microsoft.com/office/officeart/2024/layout/BulletTimeline"/>
    <dgm:cxn modelId="{A6BF4259-E12F-4B19-82C8-45C3DE993FC3}" type="presParOf" srcId="{FF32DDE4-D91F-4B5A-B02C-F7E9F4506477}" destId="{54B402C5-EE0E-40EE-AC7B-A4094076C472}" srcOrd="1" destOrd="0" presId="urn:microsoft.com/office/officeart/2024/layout/BulletTimeline"/>
    <dgm:cxn modelId="{C50DE691-7759-4494-8962-00B560779968}" type="presParOf" srcId="{00081267-8AF4-4D1F-B39B-F72228017C58}" destId="{40941C34-CD58-4641-91F6-E1F24B7FE5E3}" srcOrd="1" destOrd="0" presId="urn:microsoft.com/office/officeart/2024/layout/BulletTimeline"/>
    <dgm:cxn modelId="{BC674DAB-57B2-48E8-8016-73A2BC6622E3}" type="presParOf" srcId="{00081267-8AF4-4D1F-B39B-F72228017C58}" destId="{04483CA3-F6BC-4323-A9C6-6859C39EA8E0}" srcOrd="2" destOrd="0" presId="urn:microsoft.com/office/officeart/2024/layout/BulletTimeline"/>
    <dgm:cxn modelId="{4E8D5FBC-D9B2-41DD-B6A1-170E698E5C94}" type="presParOf" srcId="{00081267-8AF4-4D1F-B39B-F72228017C58}" destId="{ED79B79A-638B-4C56-8BBC-26DC94E18D1E}" srcOrd="3" destOrd="0" presId="urn:microsoft.com/office/officeart/2024/layout/BulletTimeline"/>
    <dgm:cxn modelId="{2E806278-1296-4A63-9519-E18CD9BDE948}" type="presParOf" srcId="{00081267-8AF4-4D1F-B39B-F72228017C58}" destId="{D275A51A-0F2B-4BEB-AA0F-513851A804A1}" srcOrd="4" destOrd="0" presId="urn:microsoft.com/office/officeart/2024/layout/BulletTimeline"/>
    <dgm:cxn modelId="{0CC168CF-D204-4492-9AAB-4BDBC74F2CA5}" type="presParOf" srcId="{D275A51A-0F2B-4BEB-AA0F-513851A804A1}" destId="{CD0FD0FA-C176-4280-B0E2-5EBBFD342D69}" srcOrd="0" destOrd="0" presId="urn:microsoft.com/office/officeart/2024/layout/BulletTimeline"/>
    <dgm:cxn modelId="{501A4BC6-6976-484F-A4D1-42772537EF87}" type="presParOf" srcId="{00081267-8AF4-4D1F-B39B-F72228017C58}" destId="{E55DAA5A-5F86-49B9-B269-8041910DD48E}" srcOrd="5" destOrd="0" presId="urn:microsoft.com/office/officeart/2024/layout/BulletTimeline"/>
    <dgm:cxn modelId="{3B52DC8C-4F45-405A-9ADE-F0A322261A19}" type="presParOf" srcId="{6DC0839E-6011-4292-B714-D1ED5DD2F640}" destId="{0A26011E-5EE0-4462-BD76-BFA563ACF89F}" srcOrd="11" destOrd="0" presId="urn:microsoft.com/office/officeart/2024/layout/BulletTimeline"/>
    <dgm:cxn modelId="{99617DE6-E78A-4586-B652-757728F44C3E}" type="presParOf" srcId="{6DC0839E-6011-4292-B714-D1ED5DD2F640}" destId="{F4541C7F-E2F6-49E8-8CAE-35810538C87B}" srcOrd="12" destOrd="0" presId="urn:microsoft.com/office/officeart/2024/layout/BulletTimeline"/>
    <dgm:cxn modelId="{10B3906D-4311-48EA-A00F-202CBC8C4737}" type="presParOf" srcId="{F4541C7F-E2F6-49E8-8CAE-35810538C87B}" destId="{424BB5D1-FCD3-4E98-99C9-32D63EAED1DC}" srcOrd="0" destOrd="0" presId="urn:microsoft.com/office/officeart/2024/layout/BulletTimeline"/>
    <dgm:cxn modelId="{A339DC4B-4ED7-4B60-9B56-AC889A2A8073}" type="presParOf" srcId="{424BB5D1-FCD3-4E98-99C9-32D63EAED1DC}" destId="{B069724D-7DBD-43FE-A065-12EE484FA440}" srcOrd="0" destOrd="0" presId="urn:microsoft.com/office/officeart/2024/layout/BulletTimeline"/>
    <dgm:cxn modelId="{ACDFA7D7-F8A1-4133-A8EB-4C5AD25BA354}" type="presParOf" srcId="{424BB5D1-FCD3-4E98-99C9-32D63EAED1DC}" destId="{39544671-74AC-42F9-8213-BF9D1AA3673C}" srcOrd="1" destOrd="0" presId="urn:microsoft.com/office/officeart/2024/layout/BulletTimeline"/>
    <dgm:cxn modelId="{6E9E5F5E-5B09-478E-9D82-CD7AE7D94867}" type="presParOf" srcId="{F4541C7F-E2F6-49E8-8CAE-35810538C87B}" destId="{8C1E239F-94D9-46A6-83F3-227D14CDF797}" srcOrd="1" destOrd="0" presId="urn:microsoft.com/office/officeart/2024/layout/BulletTimeline"/>
    <dgm:cxn modelId="{DB6170B2-CC90-4C32-AB5B-44BC9F09E716}" type="presParOf" srcId="{F4541C7F-E2F6-49E8-8CAE-35810538C87B}" destId="{1CD5080C-3C42-4BC5-9C77-17FB9590649E}" srcOrd="2" destOrd="0" presId="urn:microsoft.com/office/officeart/2024/layout/BulletTimeline"/>
    <dgm:cxn modelId="{55809F8C-86FB-494F-80FA-95FA46D0E2F0}" type="presParOf" srcId="{F4541C7F-E2F6-49E8-8CAE-35810538C87B}" destId="{A6C77553-FAC5-4D44-9777-BF96F1490F2B}" srcOrd="3" destOrd="0" presId="urn:microsoft.com/office/officeart/2024/layout/BulletTimeline"/>
    <dgm:cxn modelId="{192D2E92-E5AA-4A1B-9ACC-F53FEC28B39F}" type="presParOf" srcId="{F4541C7F-E2F6-49E8-8CAE-35810538C87B}" destId="{795AF03F-9BE7-4592-B949-C36F7832FE61}" srcOrd="4" destOrd="0" presId="urn:microsoft.com/office/officeart/2024/layout/BulletTimeline"/>
    <dgm:cxn modelId="{627BC14A-3968-4AF2-9448-FDFA78ADC015}" type="presParOf" srcId="{795AF03F-9BE7-4592-B949-C36F7832FE61}" destId="{37C367AF-CE19-42B7-96CF-667E9569F517}" srcOrd="0" destOrd="0" presId="urn:microsoft.com/office/officeart/2024/layout/BulletTimeline"/>
    <dgm:cxn modelId="{EB884EE8-1355-4921-A45F-3E133637C658}" type="presParOf" srcId="{F4541C7F-E2F6-49E8-8CAE-35810538C87B}" destId="{2BAFA810-1736-4770-A7CD-477DA47C8A63}" srcOrd="5" destOrd="0" presId="urn:microsoft.com/office/officeart/2024/layout/BulletTimeline"/>
    <dgm:cxn modelId="{63508F86-1F50-4EA9-B53B-312659D6FDD1}" type="presParOf" srcId="{6DC0839E-6011-4292-B714-D1ED5DD2F640}" destId="{865C56D2-956D-4267-9AA6-F2F725888F20}" srcOrd="13" destOrd="0" presId="urn:microsoft.com/office/officeart/2024/layout/BulletTimeline"/>
    <dgm:cxn modelId="{D564B29A-05DF-445D-BF28-284372B076FF}" type="presParOf" srcId="{6DC0839E-6011-4292-B714-D1ED5DD2F640}" destId="{0B550346-B0E4-4F86-91AD-CDF480DFC413}" srcOrd="14" destOrd="0" presId="urn:microsoft.com/office/officeart/2024/layout/BulletTimeline"/>
    <dgm:cxn modelId="{E55EE298-F8DA-4B62-ACE1-CEDDA7103649}" type="presParOf" srcId="{0B550346-B0E4-4F86-91AD-CDF480DFC413}" destId="{E7E8E3AB-0B31-49D6-9E59-F2664AA8C51C}" srcOrd="0" destOrd="0" presId="urn:microsoft.com/office/officeart/2024/layout/BulletTimeline"/>
    <dgm:cxn modelId="{C8073FD6-BA3E-4B8C-9567-5A155028F71A}" type="presParOf" srcId="{E7E8E3AB-0B31-49D6-9E59-F2664AA8C51C}" destId="{9872E6B6-0180-44BD-9F31-69AA1D91C6D6}" srcOrd="0" destOrd="0" presId="urn:microsoft.com/office/officeart/2024/layout/BulletTimeline"/>
    <dgm:cxn modelId="{6517DFFC-E0EB-414E-B2D9-89A21C09B562}" type="presParOf" srcId="{E7E8E3AB-0B31-49D6-9E59-F2664AA8C51C}" destId="{DC9005F1-6198-45FF-8C5C-85ABA4F28BA2}" srcOrd="1" destOrd="0" presId="urn:microsoft.com/office/officeart/2024/layout/BulletTimeline"/>
    <dgm:cxn modelId="{E4FC001B-9964-4E2F-B015-3D0D33CC5992}" type="presParOf" srcId="{0B550346-B0E4-4F86-91AD-CDF480DFC413}" destId="{28455B08-0882-4F09-A84D-92433D6A6C8E}" srcOrd="1" destOrd="0" presId="urn:microsoft.com/office/officeart/2024/layout/BulletTimeline"/>
    <dgm:cxn modelId="{3B562612-991B-428E-BD97-AAE4A02EA861}" type="presParOf" srcId="{0B550346-B0E4-4F86-91AD-CDF480DFC413}" destId="{71B737A0-2024-4220-A94B-44121B325E04}" srcOrd="2" destOrd="0" presId="urn:microsoft.com/office/officeart/2024/layout/BulletTimeline"/>
    <dgm:cxn modelId="{77C33DB4-449F-44E5-9FE8-2E0D4B80D30D}" type="presParOf" srcId="{0B550346-B0E4-4F86-91AD-CDF480DFC413}" destId="{19DA7A8E-F0A4-4BC9-A19A-5E9770719F5B}" srcOrd="3" destOrd="0" presId="urn:microsoft.com/office/officeart/2024/layout/BulletTimeline"/>
    <dgm:cxn modelId="{074AD68E-CE1C-49FD-BA47-591CF22F200D}" type="presParOf" srcId="{0B550346-B0E4-4F86-91AD-CDF480DFC413}" destId="{D00EE901-98A5-4F51-AD7A-32F34E521E9B}" srcOrd="4" destOrd="0" presId="urn:microsoft.com/office/officeart/2024/layout/BulletTimeline"/>
    <dgm:cxn modelId="{C4075430-2541-4E72-B493-0B0F78BCA9A9}" type="presParOf" srcId="{D00EE901-98A5-4F51-AD7A-32F34E521E9B}" destId="{A06862B8-C830-423E-B268-A3909166AE6F}" srcOrd="0" destOrd="0" presId="urn:microsoft.com/office/officeart/2024/layout/BulletTimeline"/>
    <dgm:cxn modelId="{F0BFE8B0-C11A-4B7B-ADE6-6416FC3F1678}" type="presParOf" srcId="{0B550346-B0E4-4F86-91AD-CDF480DFC413}" destId="{3D40BECB-90C9-456A-9FAD-CDB9FFC992EA}" srcOrd="5" destOrd="0" presId="urn:microsoft.com/office/officeart/2024/layout/BulletTimeline"/>
    <dgm:cxn modelId="{65E76108-CB9F-4A5A-A622-62D370FA68D6}" type="presParOf" srcId="{6DC0839E-6011-4292-B714-D1ED5DD2F640}" destId="{E5A420DD-BEC0-4A9B-84DF-35CCD0805413}" srcOrd="15" destOrd="0" presId="urn:microsoft.com/office/officeart/2024/layout/BulletTimeline"/>
    <dgm:cxn modelId="{78A5575B-5033-4673-B932-FCC19F340C17}" type="presParOf" srcId="{6DC0839E-6011-4292-B714-D1ED5DD2F640}" destId="{CB9C5D7D-35B2-4CDA-A674-89DB7849AAB6}" srcOrd="16" destOrd="0" presId="urn:microsoft.com/office/officeart/2024/layout/BulletTimeline"/>
    <dgm:cxn modelId="{73E7D1C1-365A-4270-9AA5-4B4EB6559B78}" type="presParOf" srcId="{CB9C5D7D-35B2-4CDA-A674-89DB7849AAB6}" destId="{E540790A-2FAB-448B-B3A3-42244E55129E}" srcOrd="0" destOrd="0" presId="urn:microsoft.com/office/officeart/2024/layout/BulletTimeline"/>
    <dgm:cxn modelId="{78065AE4-E201-4B9D-83FE-50B4DDD3F99A}" type="presParOf" srcId="{E540790A-2FAB-448B-B3A3-42244E55129E}" destId="{E8D99CD1-9286-4F76-BF76-D60B4E671123}" srcOrd="0" destOrd="0" presId="urn:microsoft.com/office/officeart/2024/layout/BulletTimeline"/>
    <dgm:cxn modelId="{234B3995-DA29-47BC-B899-9B22500D6AE2}" type="presParOf" srcId="{E540790A-2FAB-448B-B3A3-42244E55129E}" destId="{051F0601-D73C-4B3E-9A0A-A8857CA8A1D1}" srcOrd="1" destOrd="0" presId="urn:microsoft.com/office/officeart/2024/layout/BulletTimeline"/>
    <dgm:cxn modelId="{4AFDEA8E-933F-446B-B98A-27269993426C}" type="presParOf" srcId="{CB9C5D7D-35B2-4CDA-A674-89DB7849AAB6}" destId="{692C31D3-5848-491A-A841-FD350B9DA90E}" srcOrd="1" destOrd="0" presId="urn:microsoft.com/office/officeart/2024/layout/BulletTimeline"/>
    <dgm:cxn modelId="{DA9B14E1-AC1E-4078-A890-1E054CCAE02E}" type="presParOf" srcId="{CB9C5D7D-35B2-4CDA-A674-89DB7849AAB6}" destId="{C66B0EA0-7536-4F39-985B-197EA5B01F1E}" srcOrd="2" destOrd="0" presId="urn:microsoft.com/office/officeart/2024/layout/BulletTimeline"/>
    <dgm:cxn modelId="{6DA8CBC5-6FEF-4DBA-AA6C-3360D53C5427}" type="presParOf" srcId="{CB9C5D7D-35B2-4CDA-A674-89DB7849AAB6}" destId="{BD8813A4-FB2B-490E-ACD6-C52420ADC430}" srcOrd="3" destOrd="0" presId="urn:microsoft.com/office/officeart/2024/layout/BulletTimeline"/>
    <dgm:cxn modelId="{90A5F4B8-0ADB-4CF5-A67F-2CB2565F5A25}" type="presParOf" srcId="{CB9C5D7D-35B2-4CDA-A674-89DB7849AAB6}" destId="{EC47CE71-218D-413F-9097-340956B0F231}" srcOrd="4" destOrd="0" presId="urn:microsoft.com/office/officeart/2024/layout/BulletTimeline"/>
    <dgm:cxn modelId="{C862EB0A-8B3D-4613-B44A-7A87560B4BAB}" type="presParOf" srcId="{EC47CE71-218D-413F-9097-340956B0F231}" destId="{95196B57-957D-46D0-A3CF-0553E7728947}" srcOrd="0" destOrd="0" presId="urn:microsoft.com/office/officeart/2024/layout/BulletTimeline"/>
    <dgm:cxn modelId="{80A0DAA4-5AE9-4481-BDDB-66CE74E51E85}" type="presParOf" srcId="{CB9C5D7D-35B2-4CDA-A674-89DB7849AAB6}" destId="{2D9E0886-00D2-40ED-B010-7911056477B0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352013-591A-47CF-ABD2-A69D0F10E1A4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B8B10AB-F579-407F-A226-6E47823EC595}">
      <dgm:prSet phldrT="[Texte]" phldr="0"/>
      <dgm:spPr/>
      <dgm:t>
        <a:bodyPr/>
        <a:lstStyle/>
        <a:p>
          <a:r>
            <a:rPr lang="fr-FR" dirty="0"/>
            <a:t>0h20</a:t>
          </a:r>
        </a:p>
      </dgm:t>
    </dgm:pt>
    <dgm:pt modelId="{F4D5D169-B196-4E3C-8DD2-0B5B9F6F5F60}" type="parTrans" cxnId="{4C6BEC40-96E7-4C47-83C2-038F789950A7}">
      <dgm:prSet/>
      <dgm:spPr/>
      <dgm:t>
        <a:bodyPr/>
        <a:lstStyle/>
        <a:p>
          <a:endParaRPr lang="fr-FR"/>
        </a:p>
      </dgm:t>
    </dgm:pt>
    <dgm:pt modelId="{38637290-9C04-4933-9944-FDB045B44F21}" type="sibTrans" cxnId="{4C6BEC40-96E7-4C47-83C2-038F789950A7}">
      <dgm:prSet/>
      <dgm:spPr/>
      <dgm:t>
        <a:bodyPr/>
        <a:lstStyle/>
        <a:p>
          <a:endParaRPr lang="fr-FR"/>
        </a:p>
      </dgm:t>
    </dgm:pt>
    <dgm:pt modelId="{F504C3AC-2EE8-4E6A-A571-965B253066EB}">
      <dgm:prSet phldrT="[Texte]" phldr="0"/>
      <dgm:spPr/>
      <dgm:t>
        <a:bodyPr/>
        <a:lstStyle/>
        <a:p>
          <a:r>
            <a:rPr lang="fr-FR" dirty="0"/>
            <a:t>Analyse du cahier des charges</a:t>
          </a:r>
        </a:p>
      </dgm:t>
    </dgm:pt>
    <dgm:pt modelId="{5B71B586-8DA3-4AA1-96D8-16C4F8299CB3}" type="parTrans" cxnId="{BEBD8840-CC22-4CBB-AAEC-E0A4AA90CE35}">
      <dgm:prSet/>
      <dgm:spPr/>
      <dgm:t>
        <a:bodyPr/>
        <a:lstStyle/>
        <a:p>
          <a:endParaRPr lang="fr-FR"/>
        </a:p>
      </dgm:t>
    </dgm:pt>
    <dgm:pt modelId="{33AE9BFD-851F-4ACD-A7BA-3736D8EF857C}" type="sibTrans" cxnId="{BEBD8840-CC22-4CBB-AAEC-E0A4AA90CE35}">
      <dgm:prSet/>
      <dgm:spPr/>
      <dgm:t>
        <a:bodyPr/>
        <a:lstStyle/>
        <a:p>
          <a:endParaRPr lang="fr-FR"/>
        </a:p>
      </dgm:t>
    </dgm:pt>
    <dgm:pt modelId="{D4CEB4A7-BC45-49CD-BD11-D27105469A16}">
      <dgm:prSet phldrT="[Texte]" phldr="0"/>
      <dgm:spPr/>
      <dgm:t>
        <a:bodyPr/>
        <a:lstStyle/>
        <a:p>
          <a:r>
            <a:rPr lang="fr-FR" dirty="0"/>
            <a:t>Diagramme des exigences et choix d’un enclos avec redondance de groupe</a:t>
          </a:r>
        </a:p>
      </dgm:t>
    </dgm:pt>
    <dgm:pt modelId="{1A463CFD-0611-415A-87AF-68D1779B4F22}" type="parTrans" cxnId="{79E2069A-5268-45C5-826C-F427CBF111AC}">
      <dgm:prSet/>
      <dgm:spPr/>
      <dgm:t>
        <a:bodyPr/>
        <a:lstStyle/>
        <a:p>
          <a:endParaRPr lang="fr-FR"/>
        </a:p>
      </dgm:t>
    </dgm:pt>
    <dgm:pt modelId="{A8D5314F-12F7-4F6C-AD2A-E08A80C02549}" type="sibTrans" cxnId="{79E2069A-5268-45C5-826C-F427CBF111AC}">
      <dgm:prSet/>
      <dgm:spPr/>
      <dgm:t>
        <a:bodyPr/>
        <a:lstStyle/>
        <a:p>
          <a:endParaRPr lang="fr-FR"/>
        </a:p>
      </dgm:t>
    </dgm:pt>
    <dgm:pt modelId="{C20AAB42-8118-4B4C-84DA-7770F561A912}">
      <dgm:prSet phldrT="[Texte]" phldr="0"/>
      <dgm:spPr/>
      <dgm:t>
        <a:bodyPr/>
        <a:lstStyle/>
        <a:p>
          <a:r>
            <a:rPr lang="fr-FR" dirty="0"/>
            <a:t>0h40</a:t>
          </a:r>
        </a:p>
      </dgm:t>
    </dgm:pt>
    <dgm:pt modelId="{31D86A22-866F-4BCA-9D95-617B8870792D}" type="parTrans" cxnId="{1DC05BC7-21A5-4336-9635-DB2894720C97}">
      <dgm:prSet/>
      <dgm:spPr/>
      <dgm:t>
        <a:bodyPr/>
        <a:lstStyle/>
        <a:p>
          <a:endParaRPr lang="fr-FR"/>
        </a:p>
      </dgm:t>
    </dgm:pt>
    <dgm:pt modelId="{E9787ADB-7E15-4FB1-B0EB-687D24F45D9B}" type="sibTrans" cxnId="{1DC05BC7-21A5-4336-9635-DB2894720C97}">
      <dgm:prSet/>
      <dgm:spPr/>
      <dgm:t>
        <a:bodyPr/>
        <a:lstStyle/>
        <a:p>
          <a:endParaRPr lang="fr-FR"/>
        </a:p>
      </dgm:t>
    </dgm:pt>
    <dgm:pt modelId="{4E90A48B-FCEA-4600-8D5B-45BCEE0D119D}">
      <dgm:prSet phldrT="[Texte]" phldr="0"/>
      <dgm:spPr/>
      <dgm:t>
        <a:bodyPr/>
        <a:lstStyle/>
        <a:p>
          <a:r>
            <a:rPr lang="fr-FR" dirty="0"/>
            <a:t>Conception du réseau</a:t>
          </a:r>
        </a:p>
      </dgm:t>
    </dgm:pt>
    <dgm:pt modelId="{5C3D0009-4DA6-4082-B9A9-A333EB4E9D32}" type="parTrans" cxnId="{21A920C4-C94A-448B-AC0C-0572C73CF548}">
      <dgm:prSet/>
      <dgm:spPr/>
      <dgm:t>
        <a:bodyPr/>
        <a:lstStyle/>
        <a:p>
          <a:endParaRPr lang="fr-FR"/>
        </a:p>
      </dgm:t>
    </dgm:pt>
    <dgm:pt modelId="{F87F3FD6-498E-4C39-845C-0F5C212FE04F}" type="sibTrans" cxnId="{21A920C4-C94A-448B-AC0C-0572C73CF548}">
      <dgm:prSet/>
      <dgm:spPr/>
      <dgm:t>
        <a:bodyPr/>
        <a:lstStyle/>
        <a:p>
          <a:endParaRPr lang="fr-FR"/>
        </a:p>
      </dgm:t>
    </dgm:pt>
    <dgm:pt modelId="{9CA9CFE0-1623-4C27-B600-03942C5CC1DB}">
      <dgm:prSet phldrT="[Texte]" phldr="0"/>
      <dgm:spPr/>
      <dgm:t>
        <a:bodyPr/>
        <a:lstStyle/>
        <a:p>
          <a:r>
            <a:rPr lang="fr-FR" dirty="0"/>
            <a:t>Topologie adaptée et éléments de communication</a:t>
          </a:r>
        </a:p>
      </dgm:t>
    </dgm:pt>
    <dgm:pt modelId="{5B3B7095-53BF-49C2-8A73-E218F7B0F3BC}" type="parTrans" cxnId="{CB4FD128-9965-48CA-9F4E-003A4EFD6762}">
      <dgm:prSet/>
      <dgm:spPr/>
      <dgm:t>
        <a:bodyPr/>
        <a:lstStyle/>
        <a:p>
          <a:endParaRPr lang="fr-FR"/>
        </a:p>
      </dgm:t>
    </dgm:pt>
    <dgm:pt modelId="{E6B5DF6F-AB24-48E4-ABBE-55966381A2B2}" type="sibTrans" cxnId="{CB4FD128-9965-48CA-9F4E-003A4EFD6762}">
      <dgm:prSet/>
      <dgm:spPr/>
      <dgm:t>
        <a:bodyPr/>
        <a:lstStyle/>
        <a:p>
          <a:endParaRPr lang="fr-FR"/>
        </a:p>
      </dgm:t>
    </dgm:pt>
    <dgm:pt modelId="{FCA5C064-2A1D-4F27-88EC-9BBC348B00DF}">
      <dgm:prSet phldrT="[Texte]" phldr="0"/>
      <dgm:spPr/>
      <dgm:t>
        <a:bodyPr/>
        <a:lstStyle/>
        <a:p>
          <a:r>
            <a:rPr lang="fr-FR" dirty="0"/>
            <a:t>0h20</a:t>
          </a:r>
        </a:p>
      </dgm:t>
    </dgm:pt>
    <dgm:pt modelId="{2ABA90C5-6371-4846-B59F-7888254C397C}" type="parTrans" cxnId="{3A525856-B437-48CF-A00B-54FF04F7C65F}">
      <dgm:prSet/>
      <dgm:spPr/>
      <dgm:t>
        <a:bodyPr/>
        <a:lstStyle/>
        <a:p>
          <a:endParaRPr lang="fr-FR"/>
        </a:p>
      </dgm:t>
    </dgm:pt>
    <dgm:pt modelId="{C66030E5-7ED4-46F0-AB9E-C03E9E969270}" type="sibTrans" cxnId="{3A525856-B437-48CF-A00B-54FF04F7C65F}">
      <dgm:prSet/>
      <dgm:spPr/>
      <dgm:t>
        <a:bodyPr/>
        <a:lstStyle/>
        <a:p>
          <a:endParaRPr lang="fr-FR"/>
        </a:p>
      </dgm:t>
    </dgm:pt>
    <dgm:pt modelId="{58ED74BE-8CCB-4740-839F-3E3DEDEE7BDD}">
      <dgm:prSet phldrT="[Texte]" phldr="0"/>
      <dgm:spPr/>
      <dgm:t>
        <a:bodyPr/>
        <a:lstStyle/>
        <a:p>
          <a:r>
            <a:rPr lang="fr-FR" dirty="0"/>
            <a:t>Adressage et organisation logique</a:t>
          </a:r>
        </a:p>
      </dgm:t>
    </dgm:pt>
    <dgm:pt modelId="{8EF8AED5-3FC2-4F46-8B3C-85EFB35BFD2B}" type="parTrans" cxnId="{659A1682-6BF0-4926-A806-A6AD1EFA756E}">
      <dgm:prSet/>
      <dgm:spPr/>
      <dgm:t>
        <a:bodyPr/>
        <a:lstStyle/>
        <a:p>
          <a:endParaRPr lang="fr-FR"/>
        </a:p>
      </dgm:t>
    </dgm:pt>
    <dgm:pt modelId="{8D14D0FB-A116-4FE8-B6EA-7CFDC2200022}" type="sibTrans" cxnId="{659A1682-6BF0-4926-A806-A6AD1EFA756E}">
      <dgm:prSet/>
      <dgm:spPr/>
      <dgm:t>
        <a:bodyPr/>
        <a:lstStyle/>
        <a:p>
          <a:endParaRPr lang="fr-FR"/>
        </a:p>
      </dgm:t>
    </dgm:pt>
    <dgm:pt modelId="{D0D282F5-DB1B-4B4E-B876-2F9D22EB0F12}">
      <dgm:prSet phldrT="[Texte]" phldr="0"/>
      <dgm:spPr/>
      <dgm:t>
        <a:bodyPr/>
        <a:lstStyle/>
        <a:p>
          <a:r>
            <a:rPr lang="fr-FR" dirty="0"/>
            <a:t>Mise en place de la logique d’adressage</a:t>
          </a:r>
        </a:p>
      </dgm:t>
    </dgm:pt>
    <dgm:pt modelId="{9646D22E-33F2-41AA-A7A6-B488531E1472}" type="parTrans" cxnId="{B51B6F37-0722-4EBA-A707-96C65CFA7087}">
      <dgm:prSet/>
      <dgm:spPr/>
      <dgm:t>
        <a:bodyPr/>
        <a:lstStyle/>
        <a:p>
          <a:endParaRPr lang="fr-FR"/>
        </a:p>
      </dgm:t>
    </dgm:pt>
    <dgm:pt modelId="{592D5309-A54F-4277-90F9-C57FF77668FB}" type="sibTrans" cxnId="{B51B6F37-0722-4EBA-A707-96C65CFA7087}">
      <dgm:prSet/>
      <dgm:spPr/>
      <dgm:t>
        <a:bodyPr/>
        <a:lstStyle/>
        <a:p>
          <a:endParaRPr lang="fr-FR"/>
        </a:p>
      </dgm:t>
    </dgm:pt>
    <dgm:pt modelId="{0E1F9E2B-3829-48ED-8A81-DDC482DF952A}">
      <dgm:prSet phldrT="[Texte]" phldr="0"/>
      <dgm:spPr/>
      <dgm:t>
        <a:bodyPr/>
        <a:lstStyle/>
        <a:p>
          <a:r>
            <a:rPr lang="fr-FR" dirty="0"/>
            <a:t>0h40</a:t>
          </a:r>
        </a:p>
      </dgm:t>
    </dgm:pt>
    <dgm:pt modelId="{D9CBD2CE-48B5-4DC5-BBC0-87B854705A1B}" type="parTrans" cxnId="{24DDC30E-1CE5-4BC9-9ACB-1FFE4859A194}">
      <dgm:prSet/>
      <dgm:spPr/>
      <dgm:t>
        <a:bodyPr/>
        <a:lstStyle/>
        <a:p>
          <a:endParaRPr lang="fr-FR"/>
        </a:p>
      </dgm:t>
    </dgm:pt>
    <dgm:pt modelId="{56065844-C096-4782-92B9-371AD396DEC6}" type="sibTrans" cxnId="{24DDC30E-1CE5-4BC9-9ACB-1FFE4859A194}">
      <dgm:prSet/>
      <dgm:spPr/>
      <dgm:t>
        <a:bodyPr/>
        <a:lstStyle/>
        <a:p>
          <a:endParaRPr lang="fr-FR"/>
        </a:p>
      </dgm:t>
    </dgm:pt>
    <dgm:pt modelId="{D85C165C-2E1F-46D9-BC98-7BA04DBBCBD1}">
      <dgm:prSet phldrT="[Texte]" phldr="0"/>
      <dgm:spPr/>
      <dgm:t>
        <a:bodyPr/>
        <a:lstStyle/>
        <a:p>
          <a:r>
            <a:rPr lang="fr-FR" dirty="0"/>
            <a:t>1h</a:t>
          </a:r>
        </a:p>
      </dgm:t>
    </dgm:pt>
    <dgm:pt modelId="{613C2153-75F6-40AD-AD77-A966E2B98124}" type="parTrans" cxnId="{50ADAB51-28FF-49B6-AFB3-7C757AEC9C50}">
      <dgm:prSet/>
      <dgm:spPr/>
      <dgm:t>
        <a:bodyPr/>
        <a:lstStyle/>
        <a:p>
          <a:endParaRPr lang="fr-FR"/>
        </a:p>
      </dgm:t>
    </dgm:pt>
    <dgm:pt modelId="{D184AFA0-211B-4259-87B4-C00F7FAE5000}" type="sibTrans" cxnId="{50ADAB51-28FF-49B6-AFB3-7C757AEC9C50}">
      <dgm:prSet/>
      <dgm:spPr/>
      <dgm:t>
        <a:bodyPr/>
        <a:lstStyle/>
        <a:p>
          <a:endParaRPr lang="fr-FR"/>
        </a:p>
      </dgm:t>
    </dgm:pt>
    <dgm:pt modelId="{049B7A37-C025-488A-BE0E-9421AE0F944C}">
      <dgm:prSet/>
      <dgm:spPr/>
      <dgm:t>
        <a:bodyPr/>
        <a:lstStyle/>
        <a:p>
          <a:r>
            <a:rPr lang="fr-FR" dirty="0"/>
            <a:t>Mise en œuvre</a:t>
          </a:r>
        </a:p>
      </dgm:t>
    </dgm:pt>
    <dgm:pt modelId="{1DDD6556-4911-458E-8FE4-F517311BDA0A}" type="parTrans" cxnId="{8458EFD1-0B41-4765-99D0-F6C1C71350AD}">
      <dgm:prSet/>
      <dgm:spPr/>
      <dgm:t>
        <a:bodyPr/>
        <a:lstStyle/>
        <a:p>
          <a:endParaRPr lang="fr-FR"/>
        </a:p>
      </dgm:t>
    </dgm:pt>
    <dgm:pt modelId="{0CE37E6C-BBC2-41B3-8764-BCD6DB8CA9AC}" type="sibTrans" cxnId="{8458EFD1-0B41-4765-99D0-F6C1C71350AD}">
      <dgm:prSet/>
      <dgm:spPr/>
      <dgm:t>
        <a:bodyPr/>
        <a:lstStyle/>
        <a:p>
          <a:endParaRPr lang="fr-FR"/>
        </a:p>
      </dgm:t>
    </dgm:pt>
    <dgm:pt modelId="{5C636890-CA27-41DE-BF22-F9BCF4C75017}">
      <dgm:prSet/>
      <dgm:spPr/>
      <dgm:t>
        <a:bodyPr/>
        <a:lstStyle/>
        <a:p>
          <a:r>
            <a:rPr lang="fr-FR" dirty="0"/>
            <a:t>Préparation de la présentation</a:t>
          </a:r>
        </a:p>
      </dgm:t>
    </dgm:pt>
    <dgm:pt modelId="{08B732E6-D84E-428C-A16F-B89C3F5AEC68}" type="parTrans" cxnId="{73B41E89-C3FD-4F70-9101-CFE6D6570926}">
      <dgm:prSet/>
      <dgm:spPr/>
      <dgm:t>
        <a:bodyPr/>
        <a:lstStyle/>
        <a:p>
          <a:endParaRPr lang="fr-FR"/>
        </a:p>
      </dgm:t>
    </dgm:pt>
    <dgm:pt modelId="{20B6D1B2-0096-49D6-8D7F-3AB0ABC8D8A7}" type="sibTrans" cxnId="{73B41E89-C3FD-4F70-9101-CFE6D6570926}">
      <dgm:prSet/>
      <dgm:spPr/>
      <dgm:t>
        <a:bodyPr/>
        <a:lstStyle/>
        <a:p>
          <a:endParaRPr lang="fr-FR"/>
        </a:p>
      </dgm:t>
    </dgm:pt>
    <dgm:pt modelId="{CE6BB104-5AF3-4E0C-BC8C-9EB0ADDCA44C}">
      <dgm:prSet/>
      <dgm:spPr/>
      <dgm:t>
        <a:bodyPr/>
        <a:lstStyle/>
        <a:p>
          <a:r>
            <a:rPr lang="fr-FR" dirty="0"/>
            <a:t>Communication entre une switch et une </a:t>
          </a:r>
          <a:r>
            <a:rPr lang="fr-FR" dirty="0" err="1"/>
            <a:t>raspberry</a:t>
          </a:r>
          <a:r>
            <a:rPr lang="fr-FR" dirty="0"/>
            <a:t> avec un affichage réalisé par l’enseignant </a:t>
          </a:r>
        </a:p>
      </dgm:t>
    </dgm:pt>
    <dgm:pt modelId="{C5238EB2-B745-403D-AC4E-A48D5D017F6E}" type="parTrans" cxnId="{9B0FE79B-D19C-4726-9BF3-618918B67D89}">
      <dgm:prSet/>
      <dgm:spPr/>
      <dgm:t>
        <a:bodyPr/>
        <a:lstStyle/>
        <a:p>
          <a:endParaRPr lang="fr-FR"/>
        </a:p>
      </dgm:t>
    </dgm:pt>
    <dgm:pt modelId="{66E5BD90-4F35-4C14-80F2-35BB69B3A7D3}" type="sibTrans" cxnId="{9B0FE79B-D19C-4726-9BF3-618918B67D89}">
      <dgm:prSet/>
      <dgm:spPr/>
      <dgm:t>
        <a:bodyPr/>
        <a:lstStyle/>
        <a:p>
          <a:endParaRPr lang="fr-FR"/>
        </a:p>
      </dgm:t>
    </dgm:pt>
    <dgm:pt modelId="{A6D7ECC5-3258-40F0-A8DD-CF72C528CE16}">
      <dgm:prSet/>
      <dgm:spPr/>
      <dgm:t>
        <a:bodyPr/>
        <a:lstStyle/>
        <a:p>
          <a:r>
            <a:rPr lang="fr-FR" dirty="0"/>
            <a:t>Les élèves préparent le support de la présentation ainsi que la validation du cahier des charges</a:t>
          </a:r>
        </a:p>
      </dgm:t>
    </dgm:pt>
    <dgm:pt modelId="{66DEADF1-DF00-45B7-9910-FBD1D8CEBFA7}" type="parTrans" cxnId="{66BBE5E1-6B24-4870-A711-7F365FD31EEF}">
      <dgm:prSet/>
      <dgm:spPr/>
      <dgm:t>
        <a:bodyPr/>
        <a:lstStyle/>
        <a:p>
          <a:endParaRPr lang="fr-FR"/>
        </a:p>
      </dgm:t>
    </dgm:pt>
    <dgm:pt modelId="{709D2D79-F96A-44DD-ABF6-C307E703A2F0}" type="sibTrans" cxnId="{66BBE5E1-6B24-4870-A711-7F365FD31EEF}">
      <dgm:prSet/>
      <dgm:spPr/>
      <dgm:t>
        <a:bodyPr/>
        <a:lstStyle/>
        <a:p>
          <a:endParaRPr lang="fr-FR"/>
        </a:p>
      </dgm:t>
    </dgm:pt>
    <dgm:pt modelId="{8C487F8A-020E-41FD-B820-EB75060F7BD1}" type="pres">
      <dgm:prSet presAssocID="{B3352013-591A-47CF-ABD2-A69D0F10E1A4}" presName="linearFlow" presStyleCnt="0">
        <dgm:presLayoutVars>
          <dgm:dir/>
          <dgm:animLvl val="lvl"/>
          <dgm:resizeHandles val="exact"/>
        </dgm:presLayoutVars>
      </dgm:prSet>
      <dgm:spPr/>
    </dgm:pt>
    <dgm:pt modelId="{0617B893-30CC-46E1-A21E-A8AF1BDDEAD7}" type="pres">
      <dgm:prSet presAssocID="{5B8B10AB-F579-407F-A226-6E47823EC595}" presName="composite" presStyleCnt="0"/>
      <dgm:spPr/>
    </dgm:pt>
    <dgm:pt modelId="{FAE40A18-4BA2-4247-B799-56877E840A73}" type="pres">
      <dgm:prSet presAssocID="{5B8B10AB-F579-407F-A226-6E47823EC595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91E66E64-4682-41BA-BF68-EB4E9B5E0760}" type="pres">
      <dgm:prSet presAssocID="{5B8B10AB-F579-407F-A226-6E47823EC595}" presName="descendantText" presStyleLbl="alignAcc1" presStyleIdx="0" presStyleCnt="5">
        <dgm:presLayoutVars>
          <dgm:bulletEnabled val="1"/>
        </dgm:presLayoutVars>
      </dgm:prSet>
      <dgm:spPr/>
    </dgm:pt>
    <dgm:pt modelId="{AA570C87-A535-483D-BD73-A0589728B4A4}" type="pres">
      <dgm:prSet presAssocID="{38637290-9C04-4933-9944-FDB045B44F21}" presName="sp" presStyleCnt="0"/>
      <dgm:spPr/>
    </dgm:pt>
    <dgm:pt modelId="{70FDFFB0-9DE7-4EB5-A9A1-AD3F3EB8FF98}" type="pres">
      <dgm:prSet presAssocID="{C20AAB42-8118-4B4C-84DA-7770F561A912}" presName="composite" presStyleCnt="0"/>
      <dgm:spPr/>
    </dgm:pt>
    <dgm:pt modelId="{2ABE4B49-3DC0-4197-8AE3-612B8BB9474A}" type="pres">
      <dgm:prSet presAssocID="{C20AAB42-8118-4B4C-84DA-7770F561A912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9CCC9A8-6793-467D-A2C8-69E6D102B2A6}" type="pres">
      <dgm:prSet presAssocID="{C20AAB42-8118-4B4C-84DA-7770F561A912}" presName="descendantText" presStyleLbl="alignAcc1" presStyleIdx="1" presStyleCnt="5">
        <dgm:presLayoutVars>
          <dgm:bulletEnabled val="1"/>
        </dgm:presLayoutVars>
      </dgm:prSet>
      <dgm:spPr/>
    </dgm:pt>
    <dgm:pt modelId="{BD6FDA4C-4686-48B7-9B1B-8F278A6B31EA}" type="pres">
      <dgm:prSet presAssocID="{E9787ADB-7E15-4FB1-B0EB-687D24F45D9B}" presName="sp" presStyleCnt="0"/>
      <dgm:spPr/>
    </dgm:pt>
    <dgm:pt modelId="{146184BE-14BF-487E-BA49-F0D87ECB6634}" type="pres">
      <dgm:prSet presAssocID="{FCA5C064-2A1D-4F27-88EC-9BBC348B00DF}" presName="composite" presStyleCnt="0"/>
      <dgm:spPr/>
    </dgm:pt>
    <dgm:pt modelId="{60A41CF5-1378-4146-A0D9-F8414E10BCC6}" type="pres">
      <dgm:prSet presAssocID="{FCA5C064-2A1D-4F27-88EC-9BBC348B00DF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7D9E44C-C97A-44C5-91BB-1EC73BF1E130}" type="pres">
      <dgm:prSet presAssocID="{FCA5C064-2A1D-4F27-88EC-9BBC348B00DF}" presName="descendantText" presStyleLbl="alignAcc1" presStyleIdx="2" presStyleCnt="5">
        <dgm:presLayoutVars>
          <dgm:bulletEnabled val="1"/>
        </dgm:presLayoutVars>
      </dgm:prSet>
      <dgm:spPr/>
    </dgm:pt>
    <dgm:pt modelId="{1CB03DB9-73B7-4A3D-9868-1B926B66F3F8}" type="pres">
      <dgm:prSet presAssocID="{C66030E5-7ED4-46F0-AB9E-C03E9E969270}" presName="sp" presStyleCnt="0"/>
      <dgm:spPr/>
    </dgm:pt>
    <dgm:pt modelId="{AA21E844-03EA-495B-9ABB-834BC73FE3D2}" type="pres">
      <dgm:prSet presAssocID="{D85C165C-2E1F-46D9-BC98-7BA04DBBCBD1}" presName="composite" presStyleCnt="0"/>
      <dgm:spPr/>
    </dgm:pt>
    <dgm:pt modelId="{4490DECC-1C86-49C5-A1D4-790F9874C8E6}" type="pres">
      <dgm:prSet presAssocID="{D85C165C-2E1F-46D9-BC98-7BA04DBBCBD1}" presName="parentText" presStyleLbl="alignNode1" presStyleIdx="3" presStyleCnt="5" custLinFactNeighborX="2406" custLinFactNeighborY="0">
        <dgm:presLayoutVars>
          <dgm:chMax val="1"/>
          <dgm:bulletEnabled val="1"/>
        </dgm:presLayoutVars>
      </dgm:prSet>
      <dgm:spPr/>
    </dgm:pt>
    <dgm:pt modelId="{541DBF4D-7F20-48B6-85B7-1725EB3CE307}" type="pres">
      <dgm:prSet presAssocID="{D85C165C-2E1F-46D9-BC98-7BA04DBBCBD1}" presName="descendantText" presStyleLbl="alignAcc1" presStyleIdx="3" presStyleCnt="5">
        <dgm:presLayoutVars>
          <dgm:bulletEnabled val="1"/>
        </dgm:presLayoutVars>
      </dgm:prSet>
      <dgm:spPr/>
    </dgm:pt>
    <dgm:pt modelId="{1B181D75-5A6F-4087-AFDE-EE0AEADA8885}" type="pres">
      <dgm:prSet presAssocID="{D184AFA0-211B-4259-87B4-C00F7FAE5000}" presName="sp" presStyleCnt="0"/>
      <dgm:spPr/>
    </dgm:pt>
    <dgm:pt modelId="{6D741CF5-74CE-45E4-8C6C-B7A741BF8E51}" type="pres">
      <dgm:prSet presAssocID="{0E1F9E2B-3829-48ED-8A81-DDC482DF952A}" presName="composite" presStyleCnt="0"/>
      <dgm:spPr/>
    </dgm:pt>
    <dgm:pt modelId="{A1F913EB-6E60-4928-A59B-F225E95AA29C}" type="pres">
      <dgm:prSet presAssocID="{0E1F9E2B-3829-48ED-8A81-DDC482DF952A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764614AC-FB82-46F4-ACDD-0EE9D6DE2B9E}" type="pres">
      <dgm:prSet presAssocID="{0E1F9E2B-3829-48ED-8A81-DDC482DF952A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14578B01-BE74-40D3-B080-E8D71E7E0B70}" type="presOf" srcId="{0E1F9E2B-3829-48ED-8A81-DDC482DF952A}" destId="{A1F913EB-6E60-4928-A59B-F225E95AA29C}" srcOrd="0" destOrd="0" presId="urn:microsoft.com/office/officeart/2005/8/layout/chevron2"/>
    <dgm:cxn modelId="{24DDC30E-1CE5-4BC9-9ACB-1FFE4859A194}" srcId="{B3352013-591A-47CF-ABD2-A69D0F10E1A4}" destId="{0E1F9E2B-3829-48ED-8A81-DDC482DF952A}" srcOrd="4" destOrd="0" parTransId="{D9CBD2CE-48B5-4DC5-BBC0-87B854705A1B}" sibTransId="{56065844-C096-4782-92B9-371AD396DEC6}"/>
    <dgm:cxn modelId="{CB4FD128-9965-48CA-9F4E-003A4EFD6762}" srcId="{C20AAB42-8118-4B4C-84DA-7770F561A912}" destId="{9CA9CFE0-1623-4C27-B600-03942C5CC1DB}" srcOrd="1" destOrd="0" parTransId="{5B3B7095-53BF-49C2-8A73-E218F7B0F3BC}" sibTransId="{E6B5DF6F-AB24-48E4-ABBE-55966381A2B2}"/>
    <dgm:cxn modelId="{F1CD1E30-095A-42C7-82B2-0784A5F8936B}" type="presOf" srcId="{049B7A37-C025-488A-BE0E-9421AE0F944C}" destId="{541DBF4D-7F20-48B6-85B7-1725EB3CE307}" srcOrd="0" destOrd="0" presId="urn:microsoft.com/office/officeart/2005/8/layout/chevron2"/>
    <dgm:cxn modelId="{DFAF4037-3485-4955-8595-C6DF22771EE0}" type="presOf" srcId="{9CA9CFE0-1623-4C27-B600-03942C5CC1DB}" destId="{99CCC9A8-6793-467D-A2C8-69E6D102B2A6}" srcOrd="0" destOrd="1" presId="urn:microsoft.com/office/officeart/2005/8/layout/chevron2"/>
    <dgm:cxn modelId="{B51B6F37-0722-4EBA-A707-96C65CFA7087}" srcId="{FCA5C064-2A1D-4F27-88EC-9BBC348B00DF}" destId="{D0D282F5-DB1B-4B4E-B876-2F9D22EB0F12}" srcOrd="1" destOrd="0" parTransId="{9646D22E-33F2-41AA-A7A6-B488531E1472}" sibTransId="{592D5309-A54F-4277-90F9-C57FF77668FB}"/>
    <dgm:cxn modelId="{88617B3D-3E3A-44D2-A150-DE9C9A221B30}" type="presOf" srcId="{B3352013-591A-47CF-ABD2-A69D0F10E1A4}" destId="{8C487F8A-020E-41FD-B820-EB75060F7BD1}" srcOrd="0" destOrd="0" presId="urn:microsoft.com/office/officeart/2005/8/layout/chevron2"/>
    <dgm:cxn modelId="{BEBD8840-CC22-4CBB-AAEC-E0A4AA90CE35}" srcId="{5B8B10AB-F579-407F-A226-6E47823EC595}" destId="{F504C3AC-2EE8-4E6A-A571-965B253066EB}" srcOrd="0" destOrd="0" parTransId="{5B71B586-8DA3-4AA1-96D8-16C4F8299CB3}" sibTransId="{33AE9BFD-851F-4ACD-A7BA-3736D8EF857C}"/>
    <dgm:cxn modelId="{4C6BEC40-96E7-4C47-83C2-038F789950A7}" srcId="{B3352013-591A-47CF-ABD2-A69D0F10E1A4}" destId="{5B8B10AB-F579-407F-A226-6E47823EC595}" srcOrd="0" destOrd="0" parTransId="{F4D5D169-B196-4E3C-8DD2-0B5B9F6F5F60}" sibTransId="{38637290-9C04-4933-9944-FDB045B44F21}"/>
    <dgm:cxn modelId="{50ADAB51-28FF-49B6-AFB3-7C757AEC9C50}" srcId="{B3352013-591A-47CF-ABD2-A69D0F10E1A4}" destId="{D85C165C-2E1F-46D9-BC98-7BA04DBBCBD1}" srcOrd="3" destOrd="0" parTransId="{613C2153-75F6-40AD-AD77-A966E2B98124}" sibTransId="{D184AFA0-211B-4259-87B4-C00F7FAE5000}"/>
    <dgm:cxn modelId="{49395955-78B1-4254-98D8-83BA61E6901A}" type="presOf" srcId="{CE6BB104-5AF3-4E0C-BC8C-9EB0ADDCA44C}" destId="{541DBF4D-7F20-48B6-85B7-1725EB3CE307}" srcOrd="0" destOrd="1" presId="urn:microsoft.com/office/officeart/2005/8/layout/chevron2"/>
    <dgm:cxn modelId="{3A525856-B437-48CF-A00B-54FF04F7C65F}" srcId="{B3352013-591A-47CF-ABD2-A69D0F10E1A4}" destId="{FCA5C064-2A1D-4F27-88EC-9BBC348B00DF}" srcOrd="2" destOrd="0" parTransId="{2ABA90C5-6371-4846-B59F-7888254C397C}" sibTransId="{C66030E5-7ED4-46F0-AB9E-C03E9E969270}"/>
    <dgm:cxn modelId="{659A1682-6BF0-4926-A806-A6AD1EFA756E}" srcId="{FCA5C064-2A1D-4F27-88EC-9BBC348B00DF}" destId="{58ED74BE-8CCB-4740-839F-3E3DEDEE7BDD}" srcOrd="0" destOrd="0" parTransId="{8EF8AED5-3FC2-4F46-8B3C-85EFB35BFD2B}" sibTransId="{8D14D0FB-A116-4FE8-B6EA-7CFDC2200022}"/>
    <dgm:cxn modelId="{10CE6585-CF3A-4826-BAA3-198245263BC5}" type="presOf" srcId="{5B8B10AB-F579-407F-A226-6E47823EC595}" destId="{FAE40A18-4BA2-4247-B799-56877E840A73}" srcOrd="0" destOrd="0" presId="urn:microsoft.com/office/officeart/2005/8/layout/chevron2"/>
    <dgm:cxn modelId="{73B41E89-C3FD-4F70-9101-CFE6D6570926}" srcId="{0E1F9E2B-3829-48ED-8A81-DDC482DF952A}" destId="{5C636890-CA27-41DE-BF22-F9BCF4C75017}" srcOrd="0" destOrd="0" parTransId="{08B732E6-D84E-428C-A16F-B89C3F5AEC68}" sibTransId="{20B6D1B2-0096-49D6-8D7F-3AB0ABC8D8A7}"/>
    <dgm:cxn modelId="{610A7690-5A51-4194-A3EF-52543CE153D1}" type="presOf" srcId="{D85C165C-2E1F-46D9-BC98-7BA04DBBCBD1}" destId="{4490DECC-1C86-49C5-A1D4-790F9874C8E6}" srcOrd="0" destOrd="0" presId="urn:microsoft.com/office/officeart/2005/8/layout/chevron2"/>
    <dgm:cxn modelId="{7B66F395-C0D9-4B65-B37F-69FB48E49D02}" type="presOf" srcId="{D4CEB4A7-BC45-49CD-BD11-D27105469A16}" destId="{91E66E64-4682-41BA-BF68-EB4E9B5E0760}" srcOrd="0" destOrd="1" presId="urn:microsoft.com/office/officeart/2005/8/layout/chevron2"/>
    <dgm:cxn modelId="{79E2069A-5268-45C5-826C-F427CBF111AC}" srcId="{5B8B10AB-F579-407F-A226-6E47823EC595}" destId="{D4CEB4A7-BC45-49CD-BD11-D27105469A16}" srcOrd="1" destOrd="0" parTransId="{1A463CFD-0611-415A-87AF-68D1779B4F22}" sibTransId="{A8D5314F-12F7-4F6C-AD2A-E08A80C02549}"/>
    <dgm:cxn modelId="{9B0FE79B-D19C-4726-9BF3-618918B67D89}" srcId="{D85C165C-2E1F-46D9-BC98-7BA04DBBCBD1}" destId="{CE6BB104-5AF3-4E0C-BC8C-9EB0ADDCA44C}" srcOrd="1" destOrd="0" parTransId="{C5238EB2-B745-403D-AC4E-A48D5D017F6E}" sibTransId="{66E5BD90-4F35-4C14-80F2-35BB69B3A7D3}"/>
    <dgm:cxn modelId="{120360AA-D768-43C6-A694-D6332FC960C9}" type="presOf" srcId="{D0D282F5-DB1B-4B4E-B876-2F9D22EB0F12}" destId="{97D9E44C-C97A-44C5-91BB-1EC73BF1E130}" srcOrd="0" destOrd="1" presId="urn:microsoft.com/office/officeart/2005/8/layout/chevron2"/>
    <dgm:cxn modelId="{C21951BF-D6CF-4BB9-B5FC-B9B2D6E76139}" type="presOf" srcId="{FCA5C064-2A1D-4F27-88EC-9BBC348B00DF}" destId="{60A41CF5-1378-4146-A0D9-F8414E10BCC6}" srcOrd="0" destOrd="0" presId="urn:microsoft.com/office/officeart/2005/8/layout/chevron2"/>
    <dgm:cxn modelId="{21A920C4-C94A-448B-AC0C-0572C73CF548}" srcId="{C20AAB42-8118-4B4C-84DA-7770F561A912}" destId="{4E90A48B-FCEA-4600-8D5B-45BCEE0D119D}" srcOrd="0" destOrd="0" parTransId="{5C3D0009-4DA6-4082-B9A9-A333EB4E9D32}" sibTransId="{F87F3FD6-498E-4C39-845C-0F5C212FE04F}"/>
    <dgm:cxn modelId="{1DC05BC7-21A5-4336-9635-DB2894720C97}" srcId="{B3352013-591A-47CF-ABD2-A69D0F10E1A4}" destId="{C20AAB42-8118-4B4C-84DA-7770F561A912}" srcOrd="1" destOrd="0" parTransId="{31D86A22-866F-4BCA-9D95-617B8870792D}" sibTransId="{E9787ADB-7E15-4FB1-B0EB-687D24F45D9B}"/>
    <dgm:cxn modelId="{2D5800D0-57BF-4343-A547-477DBD0849E2}" type="presOf" srcId="{F504C3AC-2EE8-4E6A-A571-965B253066EB}" destId="{91E66E64-4682-41BA-BF68-EB4E9B5E0760}" srcOrd="0" destOrd="0" presId="urn:microsoft.com/office/officeart/2005/8/layout/chevron2"/>
    <dgm:cxn modelId="{8458EFD1-0B41-4765-99D0-F6C1C71350AD}" srcId="{D85C165C-2E1F-46D9-BC98-7BA04DBBCBD1}" destId="{049B7A37-C025-488A-BE0E-9421AE0F944C}" srcOrd="0" destOrd="0" parTransId="{1DDD6556-4911-458E-8FE4-F517311BDA0A}" sibTransId="{0CE37E6C-BBC2-41B3-8764-BCD6DB8CA9AC}"/>
    <dgm:cxn modelId="{92B346DA-A59E-43D8-A1F3-D6A3FA8C9357}" type="presOf" srcId="{C20AAB42-8118-4B4C-84DA-7770F561A912}" destId="{2ABE4B49-3DC0-4197-8AE3-612B8BB9474A}" srcOrd="0" destOrd="0" presId="urn:microsoft.com/office/officeart/2005/8/layout/chevron2"/>
    <dgm:cxn modelId="{66BBE5E1-6B24-4870-A711-7F365FD31EEF}" srcId="{0E1F9E2B-3829-48ED-8A81-DDC482DF952A}" destId="{A6D7ECC5-3258-40F0-A8DD-CF72C528CE16}" srcOrd="1" destOrd="0" parTransId="{66DEADF1-DF00-45B7-9910-FBD1D8CEBFA7}" sibTransId="{709D2D79-F96A-44DD-ABF6-C307E703A2F0}"/>
    <dgm:cxn modelId="{206E2AE8-C4E5-40D2-8955-4D91F2EF1113}" type="presOf" srcId="{5C636890-CA27-41DE-BF22-F9BCF4C75017}" destId="{764614AC-FB82-46F4-ACDD-0EE9D6DE2B9E}" srcOrd="0" destOrd="0" presId="urn:microsoft.com/office/officeart/2005/8/layout/chevron2"/>
    <dgm:cxn modelId="{5EDB45E8-0793-481D-8B59-755F1A492745}" type="presOf" srcId="{58ED74BE-8CCB-4740-839F-3E3DEDEE7BDD}" destId="{97D9E44C-C97A-44C5-91BB-1EC73BF1E130}" srcOrd="0" destOrd="0" presId="urn:microsoft.com/office/officeart/2005/8/layout/chevron2"/>
    <dgm:cxn modelId="{194532F8-7E7D-4B69-8C9A-0FA3915C6C4B}" type="presOf" srcId="{A6D7ECC5-3258-40F0-A8DD-CF72C528CE16}" destId="{764614AC-FB82-46F4-ACDD-0EE9D6DE2B9E}" srcOrd="0" destOrd="1" presId="urn:microsoft.com/office/officeart/2005/8/layout/chevron2"/>
    <dgm:cxn modelId="{12A63EFB-2546-4A9B-8B2A-3DCF94072599}" type="presOf" srcId="{4E90A48B-FCEA-4600-8D5B-45BCEE0D119D}" destId="{99CCC9A8-6793-467D-A2C8-69E6D102B2A6}" srcOrd="0" destOrd="0" presId="urn:microsoft.com/office/officeart/2005/8/layout/chevron2"/>
    <dgm:cxn modelId="{1B2A214F-9052-4FCB-A6B6-BA3458692046}" type="presParOf" srcId="{8C487F8A-020E-41FD-B820-EB75060F7BD1}" destId="{0617B893-30CC-46E1-A21E-A8AF1BDDEAD7}" srcOrd="0" destOrd="0" presId="urn:microsoft.com/office/officeart/2005/8/layout/chevron2"/>
    <dgm:cxn modelId="{500CEF23-F95F-4FD6-A661-48A143DE537F}" type="presParOf" srcId="{0617B893-30CC-46E1-A21E-A8AF1BDDEAD7}" destId="{FAE40A18-4BA2-4247-B799-56877E840A73}" srcOrd="0" destOrd="0" presId="urn:microsoft.com/office/officeart/2005/8/layout/chevron2"/>
    <dgm:cxn modelId="{56CEF05D-48DF-4357-86F5-42E8964A7C5A}" type="presParOf" srcId="{0617B893-30CC-46E1-A21E-A8AF1BDDEAD7}" destId="{91E66E64-4682-41BA-BF68-EB4E9B5E0760}" srcOrd="1" destOrd="0" presId="urn:microsoft.com/office/officeart/2005/8/layout/chevron2"/>
    <dgm:cxn modelId="{B1AB00B7-BD65-4E03-BC98-3AB54E460E39}" type="presParOf" srcId="{8C487F8A-020E-41FD-B820-EB75060F7BD1}" destId="{AA570C87-A535-483D-BD73-A0589728B4A4}" srcOrd="1" destOrd="0" presId="urn:microsoft.com/office/officeart/2005/8/layout/chevron2"/>
    <dgm:cxn modelId="{6AD6A47F-7081-4BBA-8574-83E487A00C36}" type="presParOf" srcId="{8C487F8A-020E-41FD-B820-EB75060F7BD1}" destId="{70FDFFB0-9DE7-4EB5-A9A1-AD3F3EB8FF98}" srcOrd="2" destOrd="0" presId="urn:microsoft.com/office/officeart/2005/8/layout/chevron2"/>
    <dgm:cxn modelId="{9C73CBE4-B4DA-4005-8BFC-21AB9EFCA377}" type="presParOf" srcId="{70FDFFB0-9DE7-4EB5-A9A1-AD3F3EB8FF98}" destId="{2ABE4B49-3DC0-4197-8AE3-612B8BB9474A}" srcOrd="0" destOrd="0" presId="urn:microsoft.com/office/officeart/2005/8/layout/chevron2"/>
    <dgm:cxn modelId="{1A5F282E-16A7-40AC-AA23-A7FEA3285754}" type="presParOf" srcId="{70FDFFB0-9DE7-4EB5-A9A1-AD3F3EB8FF98}" destId="{99CCC9A8-6793-467D-A2C8-69E6D102B2A6}" srcOrd="1" destOrd="0" presId="urn:microsoft.com/office/officeart/2005/8/layout/chevron2"/>
    <dgm:cxn modelId="{D8BDEF77-1F6D-4167-9635-560D61A48EF8}" type="presParOf" srcId="{8C487F8A-020E-41FD-B820-EB75060F7BD1}" destId="{BD6FDA4C-4686-48B7-9B1B-8F278A6B31EA}" srcOrd="3" destOrd="0" presId="urn:microsoft.com/office/officeart/2005/8/layout/chevron2"/>
    <dgm:cxn modelId="{D6C0CD9A-E891-4BFF-A956-81A680F1F3BE}" type="presParOf" srcId="{8C487F8A-020E-41FD-B820-EB75060F7BD1}" destId="{146184BE-14BF-487E-BA49-F0D87ECB6634}" srcOrd="4" destOrd="0" presId="urn:microsoft.com/office/officeart/2005/8/layout/chevron2"/>
    <dgm:cxn modelId="{8DC6D14E-1C0B-4299-A0E4-67BD278D153B}" type="presParOf" srcId="{146184BE-14BF-487E-BA49-F0D87ECB6634}" destId="{60A41CF5-1378-4146-A0D9-F8414E10BCC6}" srcOrd="0" destOrd="0" presId="urn:microsoft.com/office/officeart/2005/8/layout/chevron2"/>
    <dgm:cxn modelId="{787AE248-90D5-453E-A2A3-52F6C730804F}" type="presParOf" srcId="{146184BE-14BF-487E-BA49-F0D87ECB6634}" destId="{97D9E44C-C97A-44C5-91BB-1EC73BF1E130}" srcOrd="1" destOrd="0" presId="urn:microsoft.com/office/officeart/2005/8/layout/chevron2"/>
    <dgm:cxn modelId="{A592B42D-EFF9-40AA-B818-7446CF88482A}" type="presParOf" srcId="{8C487F8A-020E-41FD-B820-EB75060F7BD1}" destId="{1CB03DB9-73B7-4A3D-9868-1B926B66F3F8}" srcOrd="5" destOrd="0" presId="urn:microsoft.com/office/officeart/2005/8/layout/chevron2"/>
    <dgm:cxn modelId="{E714945C-EEB2-4921-BEB7-CF8831292952}" type="presParOf" srcId="{8C487F8A-020E-41FD-B820-EB75060F7BD1}" destId="{AA21E844-03EA-495B-9ABB-834BC73FE3D2}" srcOrd="6" destOrd="0" presId="urn:microsoft.com/office/officeart/2005/8/layout/chevron2"/>
    <dgm:cxn modelId="{FD369714-1E4A-44B8-9EA8-AB16D9463CF0}" type="presParOf" srcId="{AA21E844-03EA-495B-9ABB-834BC73FE3D2}" destId="{4490DECC-1C86-49C5-A1D4-790F9874C8E6}" srcOrd="0" destOrd="0" presId="urn:microsoft.com/office/officeart/2005/8/layout/chevron2"/>
    <dgm:cxn modelId="{33202955-7EB4-4B07-B8F7-CC7D7366997B}" type="presParOf" srcId="{AA21E844-03EA-495B-9ABB-834BC73FE3D2}" destId="{541DBF4D-7F20-48B6-85B7-1725EB3CE307}" srcOrd="1" destOrd="0" presId="urn:microsoft.com/office/officeart/2005/8/layout/chevron2"/>
    <dgm:cxn modelId="{60B8ECC4-7F69-417A-B6EE-5FB82DAABB2F}" type="presParOf" srcId="{8C487F8A-020E-41FD-B820-EB75060F7BD1}" destId="{1B181D75-5A6F-4087-AFDE-EE0AEADA8885}" srcOrd="7" destOrd="0" presId="urn:microsoft.com/office/officeart/2005/8/layout/chevron2"/>
    <dgm:cxn modelId="{86E488E5-A4D0-4284-913B-47FE3946675C}" type="presParOf" srcId="{8C487F8A-020E-41FD-B820-EB75060F7BD1}" destId="{6D741CF5-74CE-45E4-8C6C-B7A741BF8E51}" srcOrd="8" destOrd="0" presId="urn:microsoft.com/office/officeart/2005/8/layout/chevron2"/>
    <dgm:cxn modelId="{82648DE3-F033-43E0-85AA-8EC9EA27A15C}" type="presParOf" srcId="{6D741CF5-74CE-45E4-8C6C-B7A741BF8E51}" destId="{A1F913EB-6E60-4928-A59B-F225E95AA29C}" srcOrd="0" destOrd="0" presId="urn:microsoft.com/office/officeart/2005/8/layout/chevron2"/>
    <dgm:cxn modelId="{9D77A9CD-4FCB-4021-9117-05B03992FFC5}" type="presParOf" srcId="{6D741CF5-74CE-45E4-8C6C-B7A741BF8E51}" destId="{764614AC-FB82-46F4-ACDD-0EE9D6DE2B9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DC809-C131-4B59-B1BB-E5CD34332161}">
      <dsp:nvSpPr>
        <dsp:cNvPr id="0" name=""/>
        <dsp:cNvSpPr/>
      </dsp:nvSpPr>
      <dsp:spPr>
        <a:xfrm rot="5400000">
          <a:off x="-158309" y="161404"/>
          <a:ext cx="1055397" cy="7387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S4</a:t>
          </a:r>
        </a:p>
      </dsp:txBody>
      <dsp:txXfrm rot="-5400000">
        <a:off x="1" y="372483"/>
        <a:ext cx="738778" cy="316619"/>
      </dsp:txXfrm>
    </dsp:sp>
    <dsp:sp modelId="{985F9390-21C1-4E32-B444-C2BC39C13BEC}">
      <dsp:nvSpPr>
        <dsp:cNvPr id="0" name=""/>
        <dsp:cNvSpPr/>
      </dsp:nvSpPr>
      <dsp:spPr>
        <a:xfrm rot="5400000">
          <a:off x="2291587" y="-1549714"/>
          <a:ext cx="686008" cy="37916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Favoriser la pratique sportive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2 semaines</a:t>
          </a:r>
        </a:p>
      </dsp:txBody>
      <dsp:txXfrm rot="-5400000">
        <a:off x="738778" y="36583"/>
        <a:ext cx="3758139" cy="619032"/>
      </dsp:txXfrm>
    </dsp:sp>
    <dsp:sp modelId="{777E1302-15E6-47F6-A711-482ACE0EE64F}">
      <dsp:nvSpPr>
        <dsp:cNvPr id="0" name=""/>
        <dsp:cNvSpPr/>
      </dsp:nvSpPr>
      <dsp:spPr>
        <a:xfrm rot="5400000">
          <a:off x="-158309" y="1012198"/>
          <a:ext cx="1055397" cy="738778"/>
        </a:xfrm>
        <a:prstGeom prst="chevron">
          <a:avLst/>
        </a:prstGeom>
        <a:solidFill>
          <a:schemeClr val="bg2">
            <a:lumMod val="5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S5</a:t>
          </a:r>
        </a:p>
      </dsp:txBody>
      <dsp:txXfrm rot="-5400000">
        <a:off x="1" y="1223277"/>
        <a:ext cx="738778" cy="316619"/>
      </dsp:txXfrm>
    </dsp:sp>
    <dsp:sp modelId="{E271F26D-BF30-4C4A-8905-8F17D7FD65BA}">
      <dsp:nvSpPr>
        <dsp:cNvPr id="0" name=""/>
        <dsp:cNvSpPr/>
      </dsp:nvSpPr>
      <dsp:spPr>
        <a:xfrm rot="5400000">
          <a:off x="2291407" y="-698740"/>
          <a:ext cx="686369" cy="37916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Gérer la ville du futur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2 semaines </a:t>
          </a:r>
        </a:p>
      </dsp:txBody>
      <dsp:txXfrm rot="-5400000">
        <a:off x="738778" y="887395"/>
        <a:ext cx="3758121" cy="619357"/>
      </dsp:txXfrm>
    </dsp:sp>
    <dsp:sp modelId="{A105E0B4-B3AE-4F00-B439-924F97E28F13}">
      <dsp:nvSpPr>
        <dsp:cNvPr id="0" name=""/>
        <dsp:cNvSpPr/>
      </dsp:nvSpPr>
      <dsp:spPr>
        <a:xfrm rot="5400000">
          <a:off x="-158309" y="1862992"/>
          <a:ext cx="1055397" cy="7387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S6</a:t>
          </a:r>
        </a:p>
      </dsp:txBody>
      <dsp:txXfrm rot="-5400000">
        <a:off x="1" y="2074071"/>
        <a:ext cx="738778" cy="316619"/>
      </dsp:txXfrm>
    </dsp:sp>
    <dsp:sp modelId="{1CB78964-7A35-44B5-A5AA-46F282648E7F}">
      <dsp:nvSpPr>
        <dsp:cNvPr id="0" name=""/>
        <dsp:cNvSpPr/>
      </dsp:nvSpPr>
      <dsp:spPr>
        <a:xfrm rot="5400000">
          <a:off x="2291587" y="151873"/>
          <a:ext cx="686008" cy="37916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Construire les ouvrages de demain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3 semaines</a:t>
          </a:r>
        </a:p>
      </dsp:txBody>
      <dsp:txXfrm rot="-5400000">
        <a:off x="738778" y="1738170"/>
        <a:ext cx="3758139" cy="6190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EFA58-2DC8-48E3-A0CF-21471C488DEE}">
      <dsp:nvSpPr>
        <dsp:cNvPr id="0" name=""/>
        <dsp:cNvSpPr/>
      </dsp:nvSpPr>
      <dsp:spPr>
        <a:xfrm>
          <a:off x="0" y="2904363"/>
          <a:ext cx="12029389" cy="58674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0864F-92AD-4826-8E34-DB95E011F895}">
      <dsp:nvSpPr>
        <dsp:cNvPr id="0" name=""/>
        <dsp:cNvSpPr/>
      </dsp:nvSpPr>
      <dsp:spPr>
        <a:xfrm>
          <a:off x="11725656" y="2699004"/>
          <a:ext cx="352044" cy="469392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34F38-3A4F-4EE5-AE3A-566CBEA0E211}">
      <dsp:nvSpPr>
        <dsp:cNvPr id="0" name=""/>
        <dsp:cNvSpPr/>
      </dsp:nvSpPr>
      <dsp:spPr>
        <a:xfrm>
          <a:off x="659698" y="1337767"/>
          <a:ext cx="1756726" cy="1361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Évaluation diagnostique sur la chaine d’information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Activité avec des capteurs</a:t>
          </a:r>
        </a:p>
      </dsp:txBody>
      <dsp:txXfrm>
        <a:off x="659698" y="1337767"/>
        <a:ext cx="1756726" cy="1361236"/>
      </dsp:txXfrm>
    </dsp:sp>
    <dsp:sp modelId="{A44BC4D5-3C59-4445-99E8-7602C26285C3}">
      <dsp:nvSpPr>
        <dsp:cNvPr id="0" name=""/>
        <dsp:cNvSpPr/>
      </dsp:nvSpPr>
      <dsp:spPr>
        <a:xfrm>
          <a:off x="659698" y="633679"/>
          <a:ext cx="1756726" cy="70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TC </a:t>
          </a:r>
        </a:p>
      </dsp:txBody>
      <dsp:txXfrm>
        <a:off x="659698" y="633679"/>
        <a:ext cx="1756726" cy="704088"/>
      </dsp:txXfrm>
    </dsp:sp>
    <dsp:sp modelId="{1C6FFF2F-B187-48C7-8B44-CF7FD922277C}">
      <dsp:nvSpPr>
        <dsp:cNvPr id="0" name=""/>
        <dsp:cNvSpPr/>
      </dsp:nvSpPr>
      <dsp:spPr>
        <a:xfrm>
          <a:off x="310016" y="58673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901EA-6663-4338-9676-39B7B06480A7}">
      <dsp:nvSpPr>
        <dsp:cNvPr id="0" name=""/>
        <dsp:cNvSpPr/>
      </dsp:nvSpPr>
      <dsp:spPr>
        <a:xfrm>
          <a:off x="1867173" y="4130649"/>
          <a:ext cx="1756726" cy="110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Institutionnaliser les notions vues précédemment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Rappels actifs sur les capteurs</a:t>
          </a:r>
        </a:p>
      </dsp:txBody>
      <dsp:txXfrm>
        <a:off x="1867173" y="4130649"/>
        <a:ext cx="1756726" cy="1103071"/>
      </dsp:txXfrm>
    </dsp:sp>
    <dsp:sp modelId="{E2184517-86C6-4BBC-BB25-50C3727B16EC}">
      <dsp:nvSpPr>
        <dsp:cNvPr id="0" name=""/>
        <dsp:cNvSpPr/>
      </dsp:nvSpPr>
      <dsp:spPr>
        <a:xfrm>
          <a:off x="1867173" y="3403092"/>
          <a:ext cx="1756726" cy="727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S2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TC </a:t>
          </a:r>
        </a:p>
      </dsp:txBody>
      <dsp:txXfrm>
        <a:off x="1867173" y="3403092"/>
        <a:ext cx="1756726" cy="727557"/>
      </dsp:txXfrm>
    </dsp:sp>
    <dsp:sp modelId="{D12C939E-ADA8-42BA-8480-BB1783149F93}">
      <dsp:nvSpPr>
        <dsp:cNvPr id="0" name=""/>
        <dsp:cNvSpPr/>
      </dsp:nvSpPr>
      <dsp:spPr>
        <a:xfrm>
          <a:off x="1517491" y="293369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784B6-EB53-4CDE-9444-618BFF53968C}">
      <dsp:nvSpPr>
        <dsp:cNvPr id="0" name=""/>
        <dsp:cNvSpPr/>
      </dsp:nvSpPr>
      <dsp:spPr>
        <a:xfrm>
          <a:off x="223624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D577B-3D15-4E25-8D2E-F72129705632}">
      <dsp:nvSpPr>
        <dsp:cNvPr id="0" name=""/>
        <dsp:cNvSpPr/>
      </dsp:nvSpPr>
      <dsp:spPr>
        <a:xfrm>
          <a:off x="1431099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33748-B8E4-440E-8C7A-CDB76CF552D3}">
      <dsp:nvSpPr>
        <dsp:cNvPr id="0" name=""/>
        <dsp:cNvSpPr/>
      </dsp:nvSpPr>
      <dsp:spPr>
        <a:xfrm>
          <a:off x="3074648" y="1337767"/>
          <a:ext cx="1756726" cy="1361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Introduire le contexte en expliquant un extrait d’article scientifique</a:t>
          </a:r>
        </a:p>
      </dsp:txBody>
      <dsp:txXfrm>
        <a:off x="3074648" y="1337767"/>
        <a:ext cx="1756726" cy="1361236"/>
      </dsp:txXfrm>
    </dsp:sp>
    <dsp:sp modelId="{7E5C837D-C7F6-42EB-9BEA-0D8393E6B227}">
      <dsp:nvSpPr>
        <dsp:cNvPr id="0" name=""/>
        <dsp:cNvSpPr/>
      </dsp:nvSpPr>
      <dsp:spPr>
        <a:xfrm>
          <a:off x="3074648" y="633679"/>
          <a:ext cx="1756726" cy="70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S3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ETLV</a:t>
          </a:r>
        </a:p>
      </dsp:txBody>
      <dsp:txXfrm>
        <a:off x="3074648" y="633679"/>
        <a:ext cx="1756726" cy="704088"/>
      </dsp:txXfrm>
    </dsp:sp>
    <dsp:sp modelId="{6458AA1F-9B59-4FCC-96FC-7202EE675C27}">
      <dsp:nvSpPr>
        <dsp:cNvPr id="0" name=""/>
        <dsp:cNvSpPr/>
      </dsp:nvSpPr>
      <dsp:spPr>
        <a:xfrm>
          <a:off x="2724966" y="58673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6F41D-C236-44DC-9841-E161BAC19683}">
      <dsp:nvSpPr>
        <dsp:cNvPr id="0" name=""/>
        <dsp:cNvSpPr/>
      </dsp:nvSpPr>
      <dsp:spPr>
        <a:xfrm>
          <a:off x="4282123" y="4130649"/>
          <a:ext cx="1756726" cy="110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Étude des supports de transmission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Modélisation de réseau sur </a:t>
          </a:r>
          <a:r>
            <a:rPr lang="fr-FR" sz="1400" i="1" kern="1200" dirty="0"/>
            <a:t>CPT</a:t>
          </a:r>
          <a:r>
            <a:rPr lang="fr-FR" sz="1400" kern="1200" dirty="0"/>
            <a:t> </a:t>
          </a:r>
        </a:p>
      </dsp:txBody>
      <dsp:txXfrm>
        <a:off x="4282123" y="4130649"/>
        <a:ext cx="1756726" cy="1103071"/>
      </dsp:txXfrm>
    </dsp:sp>
    <dsp:sp modelId="{97B9F791-77D9-4504-986B-EBD83FACF4F2}">
      <dsp:nvSpPr>
        <dsp:cNvPr id="0" name=""/>
        <dsp:cNvSpPr/>
      </dsp:nvSpPr>
      <dsp:spPr>
        <a:xfrm>
          <a:off x="4282123" y="3403092"/>
          <a:ext cx="1756726" cy="727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S4 – 3h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SPE</a:t>
          </a:r>
        </a:p>
      </dsp:txBody>
      <dsp:txXfrm>
        <a:off x="4282123" y="3403092"/>
        <a:ext cx="1756726" cy="727557"/>
      </dsp:txXfrm>
    </dsp:sp>
    <dsp:sp modelId="{5A3A2062-620A-4703-9E0C-B44D5CBC0AA1}">
      <dsp:nvSpPr>
        <dsp:cNvPr id="0" name=""/>
        <dsp:cNvSpPr/>
      </dsp:nvSpPr>
      <dsp:spPr>
        <a:xfrm>
          <a:off x="3932442" y="293369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88E61-D513-4D4D-8373-F0BF11CD32F0}">
      <dsp:nvSpPr>
        <dsp:cNvPr id="0" name=""/>
        <dsp:cNvSpPr/>
      </dsp:nvSpPr>
      <dsp:spPr>
        <a:xfrm>
          <a:off x="2638575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099E1-836A-4D33-AD3A-B40AC5376338}">
      <dsp:nvSpPr>
        <dsp:cNvPr id="0" name=""/>
        <dsp:cNvSpPr/>
      </dsp:nvSpPr>
      <dsp:spPr>
        <a:xfrm>
          <a:off x="3846050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1388C-817A-4AA1-A228-1BD1A6DF6EAA}">
      <dsp:nvSpPr>
        <dsp:cNvPr id="0" name=""/>
        <dsp:cNvSpPr/>
      </dsp:nvSpPr>
      <dsp:spPr>
        <a:xfrm>
          <a:off x="5489598" y="1337767"/>
          <a:ext cx="1756726" cy="1361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Institutionnalisation des connaissances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Préparation d’un cours</a:t>
          </a:r>
        </a:p>
      </dsp:txBody>
      <dsp:txXfrm>
        <a:off x="5489598" y="1337767"/>
        <a:ext cx="1756726" cy="1361236"/>
      </dsp:txXfrm>
    </dsp:sp>
    <dsp:sp modelId="{92E3FB62-7F24-46CA-ABDB-900415E14B8E}">
      <dsp:nvSpPr>
        <dsp:cNvPr id="0" name=""/>
        <dsp:cNvSpPr/>
      </dsp:nvSpPr>
      <dsp:spPr>
        <a:xfrm>
          <a:off x="5489598" y="633679"/>
          <a:ext cx="1756726" cy="70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S5 – 1h30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SPE</a:t>
          </a:r>
        </a:p>
      </dsp:txBody>
      <dsp:txXfrm>
        <a:off x="5489598" y="633679"/>
        <a:ext cx="1756726" cy="704088"/>
      </dsp:txXfrm>
    </dsp:sp>
    <dsp:sp modelId="{0D94CA0F-A19D-4B39-B02C-B86FFB94F054}">
      <dsp:nvSpPr>
        <dsp:cNvPr id="0" name=""/>
        <dsp:cNvSpPr/>
      </dsp:nvSpPr>
      <dsp:spPr>
        <a:xfrm>
          <a:off x="5139917" y="58673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41C34-CD58-4641-91F6-E1F24B7FE5E3}">
      <dsp:nvSpPr>
        <dsp:cNvPr id="0" name=""/>
        <dsp:cNvSpPr/>
      </dsp:nvSpPr>
      <dsp:spPr>
        <a:xfrm>
          <a:off x="6697073" y="4130649"/>
          <a:ext cx="1756726" cy="110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Serious </a:t>
          </a:r>
          <a:r>
            <a:rPr lang="fr-FR" sz="1400" kern="1200" dirty="0" err="1"/>
            <a:t>game</a:t>
          </a:r>
          <a:r>
            <a:rPr lang="fr-FR" sz="1400" kern="1200" dirty="0"/>
            <a:t> sur le modèle OSI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Construction de trame</a:t>
          </a:r>
        </a:p>
      </dsp:txBody>
      <dsp:txXfrm>
        <a:off x="6697073" y="4130649"/>
        <a:ext cx="1756726" cy="1103071"/>
      </dsp:txXfrm>
    </dsp:sp>
    <dsp:sp modelId="{04483CA3-F6BC-4323-A9C6-6859C39EA8E0}">
      <dsp:nvSpPr>
        <dsp:cNvPr id="0" name=""/>
        <dsp:cNvSpPr/>
      </dsp:nvSpPr>
      <dsp:spPr>
        <a:xfrm>
          <a:off x="6697073" y="3403092"/>
          <a:ext cx="1756726" cy="727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S6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TC / 1h</a:t>
          </a:r>
        </a:p>
      </dsp:txBody>
      <dsp:txXfrm>
        <a:off x="6697073" y="3403092"/>
        <a:ext cx="1756726" cy="727557"/>
      </dsp:txXfrm>
    </dsp:sp>
    <dsp:sp modelId="{ED79B79A-638B-4C56-8BBC-26DC94E18D1E}">
      <dsp:nvSpPr>
        <dsp:cNvPr id="0" name=""/>
        <dsp:cNvSpPr/>
      </dsp:nvSpPr>
      <dsp:spPr>
        <a:xfrm>
          <a:off x="6347392" y="293369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E68BE-43EC-4495-AF10-0416F60CEE16}">
      <dsp:nvSpPr>
        <dsp:cNvPr id="0" name=""/>
        <dsp:cNvSpPr/>
      </dsp:nvSpPr>
      <dsp:spPr>
        <a:xfrm>
          <a:off x="5053525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FD0FA-C176-4280-B0E2-5EBBFD342D69}">
      <dsp:nvSpPr>
        <dsp:cNvPr id="0" name=""/>
        <dsp:cNvSpPr/>
      </dsp:nvSpPr>
      <dsp:spPr>
        <a:xfrm>
          <a:off x="6261000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E239F-94D9-46A6-83F3-227D14CDF797}">
      <dsp:nvSpPr>
        <dsp:cNvPr id="0" name=""/>
        <dsp:cNvSpPr/>
      </dsp:nvSpPr>
      <dsp:spPr>
        <a:xfrm>
          <a:off x="7904548" y="1337767"/>
          <a:ext cx="1756726" cy="1361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Présentation du cours de SPE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Institutionnalisation des connaissances</a:t>
          </a:r>
        </a:p>
      </dsp:txBody>
      <dsp:txXfrm>
        <a:off x="7904548" y="1337767"/>
        <a:ext cx="1756726" cy="1361236"/>
      </dsp:txXfrm>
    </dsp:sp>
    <dsp:sp modelId="{1CD5080C-3C42-4BC5-9C77-17FB9590649E}">
      <dsp:nvSpPr>
        <dsp:cNvPr id="0" name=""/>
        <dsp:cNvSpPr/>
      </dsp:nvSpPr>
      <dsp:spPr>
        <a:xfrm>
          <a:off x="7904548" y="633679"/>
          <a:ext cx="1756726" cy="70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S7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TC</a:t>
          </a:r>
        </a:p>
      </dsp:txBody>
      <dsp:txXfrm>
        <a:off x="7904548" y="633679"/>
        <a:ext cx="1756726" cy="704088"/>
      </dsp:txXfrm>
    </dsp:sp>
    <dsp:sp modelId="{A6C77553-FAC5-4D44-9777-BF96F1490F2B}">
      <dsp:nvSpPr>
        <dsp:cNvPr id="0" name=""/>
        <dsp:cNvSpPr/>
      </dsp:nvSpPr>
      <dsp:spPr>
        <a:xfrm>
          <a:off x="7554867" y="58673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55B08-0882-4F09-A84D-92433D6A6C8E}">
      <dsp:nvSpPr>
        <dsp:cNvPr id="0" name=""/>
        <dsp:cNvSpPr/>
      </dsp:nvSpPr>
      <dsp:spPr>
        <a:xfrm>
          <a:off x="9112024" y="4130649"/>
          <a:ext cx="1756726" cy="110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TP Raspberry et </a:t>
          </a:r>
          <a:r>
            <a:rPr lang="fr-FR" sz="1400" kern="1200" dirty="0" err="1"/>
            <a:t>WireShark</a:t>
          </a:r>
          <a:endParaRPr lang="fr-FR" sz="1400" kern="1200" dirty="0"/>
        </a:p>
      </dsp:txBody>
      <dsp:txXfrm>
        <a:off x="9112024" y="4130649"/>
        <a:ext cx="1756726" cy="1103071"/>
      </dsp:txXfrm>
    </dsp:sp>
    <dsp:sp modelId="{71B737A0-2024-4220-A94B-44121B325E04}">
      <dsp:nvSpPr>
        <dsp:cNvPr id="0" name=""/>
        <dsp:cNvSpPr/>
      </dsp:nvSpPr>
      <dsp:spPr>
        <a:xfrm>
          <a:off x="9112024" y="3403092"/>
          <a:ext cx="1756726" cy="727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S8 – 2h30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SPE / 2h30</a:t>
          </a:r>
        </a:p>
      </dsp:txBody>
      <dsp:txXfrm>
        <a:off x="9112024" y="3403092"/>
        <a:ext cx="1756726" cy="727557"/>
      </dsp:txXfrm>
    </dsp:sp>
    <dsp:sp modelId="{19DA7A8E-F0A4-4BC9-A19A-5E9770719F5B}">
      <dsp:nvSpPr>
        <dsp:cNvPr id="0" name=""/>
        <dsp:cNvSpPr/>
      </dsp:nvSpPr>
      <dsp:spPr>
        <a:xfrm>
          <a:off x="8762342" y="293369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367AF-CE19-42B7-96CF-667E9569F517}">
      <dsp:nvSpPr>
        <dsp:cNvPr id="0" name=""/>
        <dsp:cNvSpPr/>
      </dsp:nvSpPr>
      <dsp:spPr>
        <a:xfrm>
          <a:off x="7468475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862B8-C830-423E-B268-A3909166AE6F}">
      <dsp:nvSpPr>
        <dsp:cNvPr id="0" name=""/>
        <dsp:cNvSpPr/>
      </dsp:nvSpPr>
      <dsp:spPr>
        <a:xfrm>
          <a:off x="8675950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C31D3-5848-491A-A841-FD350B9DA90E}">
      <dsp:nvSpPr>
        <dsp:cNvPr id="0" name=""/>
        <dsp:cNvSpPr/>
      </dsp:nvSpPr>
      <dsp:spPr>
        <a:xfrm>
          <a:off x="10319499" y="1337767"/>
          <a:ext cx="1756726" cy="1361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Institutionnalisation des connaissances : Modèle OSI, encapsulation</a:t>
          </a:r>
        </a:p>
      </dsp:txBody>
      <dsp:txXfrm>
        <a:off x="10319499" y="1337767"/>
        <a:ext cx="1756726" cy="1361236"/>
      </dsp:txXfrm>
    </dsp:sp>
    <dsp:sp modelId="{C66B0EA0-7536-4F39-985B-197EA5B01F1E}">
      <dsp:nvSpPr>
        <dsp:cNvPr id="0" name=""/>
        <dsp:cNvSpPr/>
      </dsp:nvSpPr>
      <dsp:spPr>
        <a:xfrm>
          <a:off x="10319499" y="633679"/>
          <a:ext cx="1756726" cy="70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S9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SPE</a:t>
          </a:r>
        </a:p>
      </dsp:txBody>
      <dsp:txXfrm>
        <a:off x="10319499" y="633679"/>
        <a:ext cx="1756726" cy="704088"/>
      </dsp:txXfrm>
    </dsp:sp>
    <dsp:sp modelId="{BD8813A4-FB2B-490E-ACD6-C52420ADC430}">
      <dsp:nvSpPr>
        <dsp:cNvPr id="0" name=""/>
        <dsp:cNvSpPr/>
      </dsp:nvSpPr>
      <dsp:spPr>
        <a:xfrm>
          <a:off x="9969817" y="586739"/>
          <a:ext cx="41138" cy="23469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96B57-957D-46D0-A3CF-0553E7728947}">
      <dsp:nvSpPr>
        <dsp:cNvPr id="0" name=""/>
        <dsp:cNvSpPr/>
      </dsp:nvSpPr>
      <dsp:spPr>
        <a:xfrm>
          <a:off x="9883425" y="2826738"/>
          <a:ext cx="213922" cy="213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EFA58-2DC8-48E3-A0CF-21471C488DEE}">
      <dsp:nvSpPr>
        <dsp:cNvPr id="0" name=""/>
        <dsp:cNvSpPr/>
      </dsp:nvSpPr>
      <dsp:spPr>
        <a:xfrm>
          <a:off x="0" y="2814417"/>
          <a:ext cx="12143231" cy="5685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0864F-92AD-4826-8E34-DB95E011F895}">
      <dsp:nvSpPr>
        <dsp:cNvPr id="0" name=""/>
        <dsp:cNvSpPr/>
      </dsp:nvSpPr>
      <dsp:spPr>
        <a:xfrm>
          <a:off x="11850857" y="2615418"/>
          <a:ext cx="341141" cy="454855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34F38-3A4F-4EE5-AE3A-566CBEA0E211}">
      <dsp:nvSpPr>
        <dsp:cNvPr id="0" name=""/>
        <dsp:cNvSpPr/>
      </dsp:nvSpPr>
      <dsp:spPr>
        <a:xfrm>
          <a:off x="646367" y="1296337"/>
          <a:ext cx="1792925" cy="13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Adresse MAC avec plusieurs PC et un hub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Adresse IP sur </a:t>
          </a:r>
          <a:r>
            <a:rPr lang="fr-FR" sz="1400" i="1" kern="1200" dirty="0"/>
            <a:t>CPT </a:t>
          </a:r>
          <a:r>
            <a:rPr lang="fr-FR" sz="1400" i="0" kern="1200" dirty="0"/>
            <a:t>et sous-réseautage</a:t>
          </a:r>
          <a:endParaRPr lang="fr-FR" sz="1400" i="1" kern="1200" dirty="0"/>
        </a:p>
      </dsp:txBody>
      <dsp:txXfrm>
        <a:off x="646367" y="1296337"/>
        <a:ext cx="1792925" cy="1319080"/>
      </dsp:txXfrm>
    </dsp:sp>
    <dsp:sp modelId="{A44BC4D5-3C59-4445-99E8-7602C26285C3}">
      <dsp:nvSpPr>
        <dsp:cNvPr id="0" name=""/>
        <dsp:cNvSpPr/>
      </dsp:nvSpPr>
      <dsp:spPr>
        <a:xfrm>
          <a:off x="646367" y="614054"/>
          <a:ext cx="1792925" cy="68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S10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TC </a:t>
          </a:r>
        </a:p>
      </dsp:txBody>
      <dsp:txXfrm>
        <a:off x="646367" y="614054"/>
        <a:ext cx="1792925" cy="682283"/>
      </dsp:txXfrm>
    </dsp:sp>
    <dsp:sp modelId="{1C6FFF2F-B187-48C7-8B44-CF7FD922277C}">
      <dsp:nvSpPr>
        <dsp:cNvPr id="0" name=""/>
        <dsp:cNvSpPr/>
      </dsp:nvSpPr>
      <dsp:spPr>
        <a:xfrm>
          <a:off x="303775" y="568569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901EA-6663-4338-9676-39B7B06480A7}">
      <dsp:nvSpPr>
        <dsp:cNvPr id="0" name=""/>
        <dsp:cNvSpPr/>
      </dsp:nvSpPr>
      <dsp:spPr>
        <a:xfrm>
          <a:off x="1865269" y="4002727"/>
          <a:ext cx="1792925" cy="106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Évaluation formative sur les réseaux et le modèle OSI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Institutionnalisation des connaissances</a:t>
          </a:r>
        </a:p>
      </dsp:txBody>
      <dsp:txXfrm>
        <a:off x="1865269" y="4002727"/>
        <a:ext cx="1792925" cy="1068910"/>
      </dsp:txXfrm>
    </dsp:sp>
    <dsp:sp modelId="{E2184517-86C6-4BBC-BB25-50C3727B16EC}">
      <dsp:nvSpPr>
        <dsp:cNvPr id="0" name=""/>
        <dsp:cNvSpPr/>
      </dsp:nvSpPr>
      <dsp:spPr>
        <a:xfrm>
          <a:off x="1865269" y="3297701"/>
          <a:ext cx="1792925" cy="70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S11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TC </a:t>
          </a:r>
        </a:p>
      </dsp:txBody>
      <dsp:txXfrm>
        <a:off x="1865269" y="3297701"/>
        <a:ext cx="1792925" cy="705025"/>
      </dsp:txXfrm>
    </dsp:sp>
    <dsp:sp modelId="{D12C939E-ADA8-42BA-8480-BB1783149F93}">
      <dsp:nvSpPr>
        <dsp:cNvPr id="0" name=""/>
        <dsp:cNvSpPr/>
      </dsp:nvSpPr>
      <dsp:spPr>
        <a:xfrm>
          <a:off x="1522677" y="2842846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784B6-EB53-4CDE-9444-618BFF53968C}">
      <dsp:nvSpPr>
        <dsp:cNvPr id="0" name=""/>
        <dsp:cNvSpPr/>
      </dsp:nvSpPr>
      <dsp:spPr>
        <a:xfrm>
          <a:off x="219135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D577B-3D15-4E25-8D2E-F72129705632}">
      <dsp:nvSpPr>
        <dsp:cNvPr id="0" name=""/>
        <dsp:cNvSpPr/>
      </dsp:nvSpPr>
      <dsp:spPr>
        <a:xfrm>
          <a:off x="1438037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33748-B8E4-440E-8C7A-CDB76CF552D3}">
      <dsp:nvSpPr>
        <dsp:cNvPr id="0" name=""/>
        <dsp:cNvSpPr/>
      </dsp:nvSpPr>
      <dsp:spPr>
        <a:xfrm>
          <a:off x="3084172" y="1296337"/>
          <a:ext cx="1792925" cy="13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Clarifier le vocabulaire technique des réseaux (hub, switch, firewall, cloud)</a:t>
          </a:r>
        </a:p>
      </dsp:txBody>
      <dsp:txXfrm>
        <a:off x="3084172" y="1296337"/>
        <a:ext cx="1792925" cy="1319080"/>
      </dsp:txXfrm>
    </dsp:sp>
    <dsp:sp modelId="{7E5C837D-C7F6-42EB-9BEA-0D8393E6B227}">
      <dsp:nvSpPr>
        <dsp:cNvPr id="0" name=""/>
        <dsp:cNvSpPr/>
      </dsp:nvSpPr>
      <dsp:spPr>
        <a:xfrm>
          <a:off x="3084172" y="614054"/>
          <a:ext cx="1792925" cy="68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S12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ETLV </a:t>
          </a:r>
        </a:p>
      </dsp:txBody>
      <dsp:txXfrm>
        <a:off x="3084172" y="614054"/>
        <a:ext cx="1792925" cy="682283"/>
      </dsp:txXfrm>
    </dsp:sp>
    <dsp:sp modelId="{6458AA1F-9B59-4FCC-96FC-7202EE675C27}">
      <dsp:nvSpPr>
        <dsp:cNvPr id="0" name=""/>
        <dsp:cNvSpPr/>
      </dsp:nvSpPr>
      <dsp:spPr>
        <a:xfrm>
          <a:off x="2741579" y="568569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6F41D-C236-44DC-9841-E161BAC19683}">
      <dsp:nvSpPr>
        <dsp:cNvPr id="0" name=""/>
        <dsp:cNvSpPr/>
      </dsp:nvSpPr>
      <dsp:spPr>
        <a:xfrm>
          <a:off x="4303074" y="4002727"/>
          <a:ext cx="1792925" cy="106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-Choix d’un capteur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Conception d’un réseau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Adressage</a:t>
          </a:r>
        </a:p>
      </dsp:txBody>
      <dsp:txXfrm>
        <a:off x="4303074" y="4002727"/>
        <a:ext cx="1792925" cy="1068910"/>
      </dsp:txXfrm>
    </dsp:sp>
    <dsp:sp modelId="{97B9F791-77D9-4504-986B-EBD83FACF4F2}">
      <dsp:nvSpPr>
        <dsp:cNvPr id="0" name=""/>
        <dsp:cNvSpPr/>
      </dsp:nvSpPr>
      <dsp:spPr>
        <a:xfrm>
          <a:off x="4303074" y="3297701"/>
          <a:ext cx="1792925" cy="70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S13 – 3h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SPE </a:t>
          </a:r>
        </a:p>
      </dsp:txBody>
      <dsp:txXfrm>
        <a:off x="4303074" y="3297701"/>
        <a:ext cx="1792925" cy="705025"/>
      </dsp:txXfrm>
    </dsp:sp>
    <dsp:sp modelId="{5A3A2062-620A-4703-9E0C-B44D5CBC0AA1}">
      <dsp:nvSpPr>
        <dsp:cNvPr id="0" name=""/>
        <dsp:cNvSpPr/>
      </dsp:nvSpPr>
      <dsp:spPr>
        <a:xfrm>
          <a:off x="3960482" y="2842846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88E61-D513-4D4D-8373-F0BF11CD32F0}">
      <dsp:nvSpPr>
        <dsp:cNvPr id="0" name=""/>
        <dsp:cNvSpPr/>
      </dsp:nvSpPr>
      <dsp:spPr>
        <a:xfrm>
          <a:off x="2656939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099E1-836A-4D33-AD3A-B40AC5376338}">
      <dsp:nvSpPr>
        <dsp:cNvPr id="0" name=""/>
        <dsp:cNvSpPr/>
      </dsp:nvSpPr>
      <dsp:spPr>
        <a:xfrm>
          <a:off x="3875841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1388C-817A-4AA1-A228-1BD1A6DF6EAA}">
      <dsp:nvSpPr>
        <dsp:cNvPr id="0" name=""/>
        <dsp:cNvSpPr/>
      </dsp:nvSpPr>
      <dsp:spPr>
        <a:xfrm>
          <a:off x="5521976" y="1296337"/>
          <a:ext cx="1792925" cy="13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Évaluation sommative d’enseignement spécifique</a:t>
          </a:r>
        </a:p>
      </dsp:txBody>
      <dsp:txXfrm>
        <a:off x="5521976" y="1296337"/>
        <a:ext cx="1792925" cy="1319080"/>
      </dsp:txXfrm>
    </dsp:sp>
    <dsp:sp modelId="{92E3FB62-7F24-46CA-ABDB-900415E14B8E}">
      <dsp:nvSpPr>
        <dsp:cNvPr id="0" name=""/>
        <dsp:cNvSpPr/>
      </dsp:nvSpPr>
      <dsp:spPr>
        <a:xfrm>
          <a:off x="5521976" y="614054"/>
          <a:ext cx="1792925" cy="68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S14 – 1h30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SPE </a:t>
          </a:r>
        </a:p>
      </dsp:txBody>
      <dsp:txXfrm>
        <a:off x="5521976" y="614054"/>
        <a:ext cx="1792925" cy="682283"/>
      </dsp:txXfrm>
    </dsp:sp>
    <dsp:sp modelId="{0D94CA0F-A19D-4B39-B02C-B86FFB94F054}">
      <dsp:nvSpPr>
        <dsp:cNvPr id="0" name=""/>
        <dsp:cNvSpPr/>
      </dsp:nvSpPr>
      <dsp:spPr>
        <a:xfrm>
          <a:off x="5179384" y="568569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41C34-CD58-4641-91F6-E1F24B7FE5E3}">
      <dsp:nvSpPr>
        <dsp:cNvPr id="0" name=""/>
        <dsp:cNvSpPr/>
      </dsp:nvSpPr>
      <dsp:spPr>
        <a:xfrm>
          <a:off x="6740878" y="4002727"/>
          <a:ext cx="1792925" cy="106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Révision orienté via les résultats de l’évaluation formative</a:t>
          </a:r>
        </a:p>
      </dsp:txBody>
      <dsp:txXfrm>
        <a:off x="6740878" y="4002727"/>
        <a:ext cx="1792925" cy="1068910"/>
      </dsp:txXfrm>
    </dsp:sp>
    <dsp:sp modelId="{04483CA3-F6BC-4323-A9C6-6859C39EA8E0}">
      <dsp:nvSpPr>
        <dsp:cNvPr id="0" name=""/>
        <dsp:cNvSpPr/>
      </dsp:nvSpPr>
      <dsp:spPr>
        <a:xfrm>
          <a:off x="6740878" y="3297701"/>
          <a:ext cx="1792925" cy="70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S15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TC </a:t>
          </a:r>
        </a:p>
      </dsp:txBody>
      <dsp:txXfrm>
        <a:off x="6740878" y="3297701"/>
        <a:ext cx="1792925" cy="705025"/>
      </dsp:txXfrm>
    </dsp:sp>
    <dsp:sp modelId="{ED79B79A-638B-4C56-8BBC-26DC94E18D1E}">
      <dsp:nvSpPr>
        <dsp:cNvPr id="0" name=""/>
        <dsp:cNvSpPr/>
      </dsp:nvSpPr>
      <dsp:spPr>
        <a:xfrm>
          <a:off x="6398286" y="2842846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E68BE-43EC-4495-AF10-0416F60CEE16}">
      <dsp:nvSpPr>
        <dsp:cNvPr id="0" name=""/>
        <dsp:cNvSpPr/>
      </dsp:nvSpPr>
      <dsp:spPr>
        <a:xfrm>
          <a:off x="5094744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FD0FA-C176-4280-B0E2-5EBBFD342D69}">
      <dsp:nvSpPr>
        <dsp:cNvPr id="0" name=""/>
        <dsp:cNvSpPr/>
      </dsp:nvSpPr>
      <dsp:spPr>
        <a:xfrm>
          <a:off x="6313646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E239F-94D9-46A6-83F3-227D14CDF797}">
      <dsp:nvSpPr>
        <dsp:cNvPr id="0" name=""/>
        <dsp:cNvSpPr/>
      </dsp:nvSpPr>
      <dsp:spPr>
        <a:xfrm>
          <a:off x="7959781" y="1296337"/>
          <a:ext cx="1792925" cy="13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Évaluation sommative des acquis en Tronc Commun</a:t>
          </a:r>
        </a:p>
      </dsp:txBody>
      <dsp:txXfrm>
        <a:off x="7959781" y="1296337"/>
        <a:ext cx="1792925" cy="1319080"/>
      </dsp:txXfrm>
    </dsp:sp>
    <dsp:sp modelId="{1CD5080C-3C42-4BC5-9C77-17FB9590649E}">
      <dsp:nvSpPr>
        <dsp:cNvPr id="0" name=""/>
        <dsp:cNvSpPr/>
      </dsp:nvSpPr>
      <dsp:spPr>
        <a:xfrm>
          <a:off x="7959781" y="614054"/>
          <a:ext cx="1792925" cy="68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S16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TC </a:t>
          </a:r>
        </a:p>
      </dsp:txBody>
      <dsp:txXfrm>
        <a:off x="7959781" y="614054"/>
        <a:ext cx="1792925" cy="682283"/>
      </dsp:txXfrm>
    </dsp:sp>
    <dsp:sp modelId="{A6C77553-FAC5-4D44-9777-BF96F1490F2B}">
      <dsp:nvSpPr>
        <dsp:cNvPr id="0" name=""/>
        <dsp:cNvSpPr/>
      </dsp:nvSpPr>
      <dsp:spPr>
        <a:xfrm>
          <a:off x="7617188" y="568569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55B08-0882-4F09-A84D-92433D6A6C8E}">
      <dsp:nvSpPr>
        <dsp:cNvPr id="0" name=""/>
        <dsp:cNvSpPr/>
      </dsp:nvSpPr>
      <dsp:spPr>
        <a:xfrm>
          <a:off x="9178683" y="4002727"/>
          <a:ext cx="1792925" cy="106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Préparation des présentations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Présentation orale</a:t>
          </a:r>
        </a:p>
      </dsp:txBody>
      <dsp:txXfrm>
        <a:off x="9178683" y="4002727"/>
        <a:ext cx="1792925" cy="1068910"/>
      </dsp:txXfrm>
    </dsp:sp>
    <dsp:sp modelId="{71B737A0-2024-4220-A94B-44121B325E04}">
      <dsp:nvSpPr>
        <dsp:cNvPr id="0" name=""/>
        <dsp:cNvSpPr/>
      </dsp:nvSpPr>
      <dsp:spPr>
        <a:xfrm>
          <a:off x="9178683" y="3297701"/>
          <a:ext cx="1792925" cy="70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S17 – 2h30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AP / SPE</a:t>
          </a:r>
        </a:p>
      </dsp:txBody>
      <dsp:txXfrm>
        <a:off x="9178683" y="3297701"/>
        <a:ext cx="1792925" cy="705025"/>
      </dsp:txXfrm>
    </dsp:sp>
    <dsp:sp modelId="{19DA7A8E-F0A4-4BC9-A19A-5E9770719F5B}">
      <dsp:nvSpPr>
        <dsp:cNvPr id="0" name=""/>
        <dsp:cNvSpPr/>
      </dsp:nvSpPr>
      <dsp:spPr>
        <a:xfrm>
          <a:off x="8836091" y="2842846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367AF-CE19-42B7-96CF-667E9569F517}">
      <dsp:nvSpPr>
        <dsp:cNvPr id="0" name=""/>
        <dsp:cNvSpPr/>
      </dsp:nvSpPr>
      <dsp:spPr>
        <a:xfrm>
          <a:off x="7532548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862B8-C830-423E-B268-A3909166AE6F}">
      <dsp:nvSpPr>
        <dsp:cNvPr id="0" name=""/>
        <dsp:cNvSpPr/>
      </dsp:nvSpPr>
      <dsp:spPr>
        <a:xfrm>
          <a:off x="8751450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C31D3-5848-491A-A841-FD350B9DA90E}">
      <dsp:nvSpPr>
        <dsp:cNvPr id="0" name=""/>
        <dsp:cNvSpPr/>
      </dsp:nvSpPr>
      <dsp:spPr>
        <a:xfrm>
          <a:off x="10397585" y="1296337"/>
          <a:ext cx="1792925" cy="13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Remédiation orale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Ouverture sur d’autres mode de délivrance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- Inscription dans le développement durable</a:t>
          </a:r>
        </a:p>
      </dsp:txBody>
      <dsp:txXfrm>
        <a:off x="10397585" y="1296337"/>
        <a:ext cx="1792925" cy="1319080"/>
      </dsp:txXfrm>
    </dsp:sp>
    <dsp:sp modelId="{C66B0EA0-7536-4F39-985B-197EA5B01F1E}">
      <dsp:nvSpPr>
        <dsp:cNvPr id="0" name=""/>
        <dsp:cNvSpPr/>
      </dsp:nvSpPr>
      <dsp:spPr>
        <a:xfrm>
          <a:off x="10397585" y="614054"/>
          <a:ext cx="1792925" cy="682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S18 – 1h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900" kern="1200" dirty="0"/>
            <a:t>CE / SPE </a:t>
          </a:r>
        </a:p>
      </dsp:txBody>
      <dsp:txXfrm>
        <a:off x="10397585" y="614054"/>
        <a:ext cx="1792925" cy="682283"/>
      </dsp:txXfrm>
    </dsp:sp>
    <dsp:sp modelId="{BD8813A4-FB2B-490E-ACD6-C52420ADC430}">
      <dsp:nvSpPr>
        <dsp:cNvPr id="0" name=""/>
        <dsp:cNvSpPr/>
      </dsp:nvSpPr>
      <dsp:spPr>
        <a:xfrm>
          <a:off x="10054993" y="568569"/>
          <a:ext cx="40304" cy="22742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96B57-957D-46D0-A3CF-0553E7728947}">
      <dsp:nvSpPr>
        <dsp:cNvPr id="0" name=""/>
        <dsp:cNvSpPr/>
      </dsp:nvSpPr>
      <dsp:spPr>
        <a:xfrm>
          <a:off x="9970353" y="2738053"/>
          <a:ext cx="209585" cy="20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40A18-4BA2-4247-B799-56877E840A73}">
      <dsp:nvSpPr>
        <dsp:cNvPr id="0" name=""/>
        <dsp:cNvSpPr/>
      </dsp:nvSpPr>
      <dsp:spPr>
        <a:xfrm rot="5400000">
          <a:off x="-150879" y="151443"/>
          <a:ext cx="1005863" cy="704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0h20</a:t>
          </a:r>
        </a:p>
      </dsp:txBody>
      <dsp:txXfrm rot="-5400000">
        <a:off x="1" y="352615"/>
        <a:ext cx="704104" cy="301759"/>
      </dsp:txXfrm>
    </dsp:sp>
    <dsp:sp modelId="{91E66E64-4682-41BA-BF68-EB4E9B5E0760}">
      <dsp:nvSpPr>
        <dsp:cNvPr id="0" name=""/>
        <dsp:cNvSpPr/>
      </dsp:nvSpPr>
      <dsp:spPr>
        <a:xfrm rot="5400000">
          <a:off x="5000461" y="-4295792"/>
          <a:ext cx="653811" cy="92465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Analyse du cahier des charges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Diagramme des exigences et choix d’un enclos avec redondance de groupe</a:t>
          </a:r>
        </a:p>
      </dsp:txBody>
      <dsp:txXfrm rot="-5400000">
        <a:off x="704105" y="32480"/>
        <a:ext cx="9214608" cy="589979"/>
      </dsp:txXfrm>
    </dsp:sp>
    <dsp:sp modelId="{2ABE4B49-3DC0-4197-8AE3-612B8BB9474A}">
      <dsp:nvSpPr>
        <dsp:cNvPr id="0" name=""/>
        <dsp:cNvSpPr/>
      </dsp:nvSpPr>
      <dsp:spPr>
        <a:xfrm rot="5400000">
          <a:off x="-150879" y="1039081"/>
          <a:ext cx="1005863" cy="704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0h40</a:t>
          </a:r>
        </a:p>
      </dsp:txBody>
      <dsp:txXfrm rot="-5400000">
        <a:off x="1" y="1240253"/>
        <a:ext cx="704104" cy="301759"/>
      </dsp:txXfrm>
    </dsp:sp>
    <dsp:sp modelId="{99CCC9A8-6793-467D-A2C8-69E6D102B2A6}">
      <dsp:nvSpPr>
        <dsp:cNvPr id="0" name=""/>
        <dsp:cNvSpPr/>
      </dsp:nvSpPr>
      <dsp:spPr>
        <a:xfrm rot="5400000">
          <a:off x="5000461" y="-3408154"/>
          <a:ext cx="653811" cy="92465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Conception du réseau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Topologie adaptée et éléments de communication</a:t>
          </a:r>
        </a:p>
      </dsp:txBody>
      <dsp:txXfrm rot="-5400000">
        <a:off x="704105" y="920118"/>
        <a:ext cx="9214608" cy="589979"/>
      </dsp:txXfrm>
    </dsp:sp>
    <dsp:sp modelId="{60A41CF5-1378-4146-A0D9-F8414E10BCC6}">
      <dsp:nvSpPr>
        <dsp:cNvPr id="0" name=""/>
        <dsp:cNvSpPr/>
      </dsp:nvSpPr>
      <dsp:spPr>
        <a:xfrm rot="5400000">
          <a:off x="-150879" y="1926719"/>
          <a:ext cx="1005863" cy="704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0h20</a:t>
          </a:r>
        </a:p>
      </dsp:txBody>
      <dsp:txXfrm rot="-5400000">
        <a:off x="1" y="2127891"/>
        <a:ext cx="704104" cy="301759"/>
      </dsp:txXfrm>
    </dsp:sp>
    <dsp:sp modelId="{97D9E44C-C97A-44C5-91BB-1EC73BF1E130}">
      <dsp:nvSpPr>
        <dsp:cNvPr id="0" name=""/>
        <dsp:cNvSpPr/>
      </dsp:nvSpPr>
      <dsp:spPr>
        <a:xfrm rot="5400000">
          <a:off x="5000461" y="-2520516"/>
          <a:ext cx="653811" cy="92465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Adressage et organisation logique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Mise en place de la logique d’adressage</a:t>
          </a:r>
        </a:p>
      </dsp:txBody>
      <dsp:txXfrm rot="-5400000">
        <a:off x="704105" y="1807756"/>
        <a:ext cx="9214608" cy="589979"/>
      </dsp:txXfrm>
    </dsp:sp>
    <dsp:sp modelId="{4490DECC-1C86-49C5-A1D4-790F9874C8E6}">
      <dsp:nvSpPr>
        <dsp:cNvPr id="0" name=""/>
        <dsp:cNvSpPr/>
      </dsp:nvSpPr>
      <dsp:spPr>
        <a:xfrm rot="5400000">
          <a:off x="-133938" y="2814356"/>
          <a:ext cx="1005863" cy="704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1h</a:t>
          </a:r>
        </a:p>
      </dsp:txBody>
      <dsp:txXfrm rot="-5400000">
        <a:off x="16942" y="3015528"/>
        <a:ext cx="704104" cy="301759"/>
      </dsp:txXfrm>
    </dsp:sp>
    <dsp:sp modelId="{541DBF4D-7F20-48B6-85B7-1725EB3CE307}">
      <dsp:nvSpPr>
        <dsp:cNvPr id="0" name=""/>
        <dsp:cNvSpPr/>
      </dsp:nvSpPr>
      <dsp:spPr>
        <a:xfrm rot="5400000">
          <a:off x="5000461" y="-1632879"/>
          <a:ext cx="653811" cy="92465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Mise en œuvre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Communication entre une switch et une </a:t>
          </a:r>
          <a:r>
            <a:rPr lang="fr-FR" sz="1800" kern="1200" dirty="0" err="1"/>
            <a:t>raspberry</a:t>
          </a:r>
          <a:r>
            <a:rPr lang="fr-FR" sz="1800" kern="1200" dirty="0"/>
            <a:t> avec un affichage réalisé par l’enseignant </a:t>
          </a:r>
        </a:p>
      </dsp:txBody>
      <dsp:txXfrm rot="-5400000">
        <a:off x="704105" y="2695393"/>
        <a:ext cx="9214608" cy="589979"/>
      </dsp:txXfrm>
    </dsp:sp>
    <dsp:sp modelId="{A1F913EB-6E60-4928-A59B-F225E95AA29C}">
      <dsp:nvSpPr>
        <dsp:cNvPr id="0" name=""/>
        <dsp:cNvSpPr/>
      </dsp:nvSpPr>
      <dsp:spPr>
        <a:xfrm rot="5400000">
          <a:off x="-150879" y="3701994"/>
          <a:ext cx="1005863" cy="704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0h40</a:t>
          </a:r>
        </a:p>
      </dsp:txBody>
      <dsp:txXfrm rot="-5400000">
        <a:off x="1" y="3903166"/>
        <a:ext cx="704104" cy="301759"/>
      </dsp:txXfrm>
    </dsp:sp>
    <dsp:sp modelId="{764614AC-FB82-46F4-ACDD-0EE9D6DE2B9E}">
      <dsp:nvSpPr>
        <dsp:cNvPr id="0" name=""/>
        <dsp:cNvSpPr/>
      </dsp:nvSpPr>
      <dsp:spPr>
        <a:xfrm rot="5400000">
          <a:off x="5000461" y="-745241"/>
          <a:ext cx="653811" cy="92465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Préparation de la présentation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Les élèves préparent le support de la présentation ainsi que la validation du cahier des charges</a:t>
          </a:r>
        </a:p>
      </dsp:txBody>
      <dsp:txXfrm rot="-5400000">
        <a:off x="704105" y="3583031"/>
        <a:ext cx="9214608" cy="589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69CCE-A6DA-494F-903E-ABC4C1EEC091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59817-886F-4BF3-8DE8-580D69D3D1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38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Plutôt que de dire il faut établir une communication, on valide la communication avec une valeur prétexte en quelque sorte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59817-886F-4BF3-8DE8-580D69D3D1D5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22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039F-47A0-4846-BAC8-66E62081F1B6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6275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49BE-CAF6-4E2E-933A-64556D0F43A4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CB7532-DF9C-C94B-737B-982CCDEC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212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6F17-185E-415A-AFD4-36B279B064E6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7CC6CE-DFFA-B157-B4A6-DFA0BC08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95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8C58-DC3B-4477-9DFD-0AC2438F278C}" type="datetime1">
              <a:rPr lang="fr-FR" smtClean="0"/>
              <a:t>12/06/2026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F6886A3-E98F-5152-2D48-7831EDE8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035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BB672-AFDD-44B7-B434-41EEF37BB269}" type="datetime1">
              <a:rPr lang="fr-FR" smtClean="0"/>
              <a:t>12/06/2026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48B5288-3DB8-FD4B-24ED-A559BBEE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277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7F6CE-F199-47D6-80FF-D957F7BC2BEA}" type="datetime1">
              <a:rPr lang="fr-FR" smtClean="0"/>
              <a:t>12/06/2026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3E2A-8682-7370-BC79-109C9BBF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041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50FAE-8E46-4344-8135-B7F40B2EFC54}" type="datetime1">
              <a:rPr lang="fr-FR" smtClean="0"/>
              <a:t>12/06/2026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F019FE8-D90A-609E-2527-CCE24259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868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04F1-D28A-448F-B475-6B20AC5DFDDE}" type="datetime1">
              <a:rPr lang="fr-FR" smtClean="0"/>
              <a:t>12/06/2026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AD0F1A6-6312-A4D5-C87D-E4087FD0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15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5096-3E87-4036-A79D-B12B2E1AF3C4}" type="datetime1">
              <a:rPr lang="fr-FR" smtClean="0"/>
              <a:t>12/06/2026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285B83C-522E-3D6E-01FD-94082C14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755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0B7D-5028-4E9A-A1A5-E8F15135BC8D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4046C6-A457-B71F-E73A-3E3DEDE4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806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AD5E9-6524-49EC-8B9E-7EF8D278D8BB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CB8A56-F604-0BD0-8C08-689FA033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55BF690D-4297-438F-A2CD-9F7C9226A57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979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54A5F-CED4-4167-90D7-D577FBDF6CE7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F690D-4297-438F-A2CD-9F7C9226A5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33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65F82-9B90-3A4D-C9CF-5B15BC9CA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292" y="-354744"/>
            <a:ext cx="10269415" cy="2387600"/>
          </a:xfrm>
        </p:spPr>
        <p:txBody>
          <a:bodyPr/>
          <a:lstStyle/>
          <a:p>
            <a:r>
              <a:rPr lang="fr-FR" dirty="0"/>
              <a:t>Soutenance du Dossier Industriel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036A11-65A9-4A01-11D1-5C14B978C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2154086"/>
            <a:ext cx="9144000" cy="1655762"/>
          </a:xfrm>
        </p:spPr>
        <p:txBody>
          <a:bodyPr>
            <a:normAutofit/>
          </a:bodyPr>
          <a:lstStyle/>
          <a:p>
            <a:r>
              <a:rPr lang="fr-FR" sz="2000" dirty="0"/>
              <a:t>Sciences Industrielles de l’Ingénieur</a:t>
            </a:r>
          </a:p>
          <a:p>
            <a:r>
              <a:rPr lang="fr-FR" sz="2000" dirty="0"/>
              <a:t>Spécialité Ingénierie Informatique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038EAD-FC42-916F-F7FE-E7D3979ED205}"/>
              </a:ext>
            </a:extLst>
          </p:cNvPr>
          <p:cNvSpPr txBox="1"/>
          <p:nvPr/>
        </p:nvSpPr>
        <p:spPr>
          <a:xfrm>
            <a:off x="127748" y="5829301"/>
            <a:ext cx="4625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N° candidat :</a:t>
            </a:r>
            <a:endParaRPr lang="fr-FR" sz="2400" b="1" dirty="0"/>
          </a:p>
          <a:p>
            <a:r>
              <a:rPr lang="fr-FR" sz="2400" dirty="0"/>
              <a:t>NOM, Prénom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91FFA5-43C4-F80E-0EA8-22336822E8B4}"/>
              </a:ext>
            </a:extLst>
          </p:cNvPr>
          <p:cNvSpPr txBox="1"/>
          <p:nvPr/>
        </p:nvSpPr>
        <p:spPr>
          <a:xfrm>
            <a:off x="1682259" y="3809848"/>
            <a:ext cx="8827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Mise en place d’outils d’automatisation pour le traitement de données de contrôle d’automate pour la Société </a:t>
            </a:r>
            <a:r>
              <a:rPr lang="fr-FR" sz="2400" dirty="0" err="1"/>
              <a:t>Purecontrol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2120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F7544-1FED-89FC-7294-0DE68CEC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8A5D2A-DA1D-D7E6-DC2C-2CB7607F4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Contexte</a:t>
            </a:r>
          </a:p>
          <a:p>
            <a:endParaRPr lang="fr-FR" dirty="0"/>
          </a:p>
          <a:p>
            <a:r>
              <a:rPr lang="fr-FR" dirty="0"/>
              <a:t>Étude technique</a:t>
            </a:r>
          </a:p>
          <a:p>
            <a:endParaRPr lang="fr-FR" dirty="0"/>
          </a:p>
          <a:p>
            <a:r>
              <a:rPr lang="fr-FR" dirty="0"/>
              <a:t>Applications pédagogiques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DD2264-FA56-5214-27CC-F76DB2D6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680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AC5EDF0-E412-89EB-2730-0F691083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601D117-7FD3-7EF3-4E13-740CEE701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E5E30F-1169-F21C-3449-9330F5EC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80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41F4C45-AE82-F3C8-F055-0AE6F2F6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 pédagogiques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206212-2F3C-9A02-087A-32401C6BB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Potentialités didactiques</a:t>
            </a:r>
          </a:p>
          <a:p>
            <a:r>
              <a:rPr lang="fr-FR" dirty="0"/>
              <a:t>Applications en filière STI2D</a:t>
            </a:r>
          </a:p>
          <a:p>
            <a:r>
              <a:rPr lang="fr-FR" dirty="0"/>
              <a:t>Application en filière STS CIEL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F7AFFE-20EF-4410-70F1-89ADB9F4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85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DF05217E-FD29-7268-E008-85D5C9DF7F17}"/>
              </a:ext>
            </a:extLst>
          </p:cNvPr>
          <p:cNvGrpSpPr/>
          <p:nvPr/>
        </p:nvGrpSpPr>
        <p:grpSpPr>
          <a:xfrm>
            <a:off x="6139543" y="4110769"/>
            <a:ext cx="5734331" cy="2223525"/>
            <a:chOff x="906626" y="1855980"/>
            <a:chExt cx="5248410" cy="2223525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9BD249F3-20CD-2CD5-6DED-02C161C8904C}"/>
                </a:ext>
              </a:extLst>
            </p:cNvPr>
            <p:cNvSpPr/>
            <p:nvPr/>
          </p:nvSpPr>
          <p:spPr>
            <a:xfrm>
              <a:off x="906626" y="1855980"/>
              <a:ext cx="5248410" cy="2223525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932A79C7-18FF-EB14-BF77-8088D26F71F3}"/>
                </a:ext>
              </a:extLst>
            </p:cNvPr>
            <p:cNvSpPr/>
            <p:nvPr/>
          </p:nvSpPr>
          <p:spPr>
            <a:xfrm>
              <a:off x="965662" y="2394847"/>
              <a:ext cx="5130338" cy="1628548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F434AC56-8561-0155-6206-B9DBB4E1FB95}"/>
              </a:ext>
            </a:extLst>
          </p:cNvPr>
          <p:cNvGrpSpPr/>
          <p:nvPr/>
        </p:nvGrpSpPr>
        <p:grpSpPr>
          <a:xfrm>
            <a:off x="619195" y="4108901"/>
            <a:ext cx="5433263" cy="2223525"/>
            <a:chOff x="906626" y="1855980"/>
            <a:chExt cx="5248410" cy="2223525"/>
          </a:xfrm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681CDDFF-2096-6FCA-8776-3009BCBFBAC1}"/>
                </a:ext>
              </a:extLst>
            </p:cNvPr>
            <p:cNvSpPr/>
            <p:nvPr/>
          </p:nvSpPr>
          <p:spPr>
            <a:xfrm>
              <a:off x="906626" y="1855980"/>
              <a:ext cx="5248410" cy="2223525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788B3D5F-6716-0E64-7F76-22D6F778C919}"/>
                </a:ext>
              </a:extLst>
            </p:cNvPr>
            <p:cNvSpPr/>
            <p:nvPr/>
          </p:nvSpPr>
          <p:spPr>
            <a:xfrm>
              <a:off x="965662" y="2394847"/>
              <a:ext cx="5130338" cy="1628548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4641897-4623-C975-4E21-F5AFF64DEC84}"/>
              </a:ext>
            </a:extLst>
          </p:cNvPr>
          <p:cNvGrpSpPr/>
          <p:nvPr/>
        </p:nvGrpSpPr>
        <p:grpSpPr>
          <a:xfrm>
            <a:off x="6139542" y="1671387"/>
            <a:ext cx="5734331" cy="2223525"/>
            <a:chOff x="906626" y="1855980"/>
            <a:chExt cx="5248410" cy="2223525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140ADF4C-EE8D-D78B-432A-8B7C1D728289}"/>
                </a:ext>
              </a:extLst>
            </p:cNvPr>
            <p:cNvSpPr/>
            <p:nvPr/>
          </p:nvSpPr>
          <p:spPr>
            <a:xfrm>
              <a:off x="906626" y="1855980"/>
              <a:ext cx="5248410" cy="2223525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55EDE190-2191-A619-569F-1F715088EF35}"/>
                </a:ext>
              </a:extLst>
            </p:cNvPr>
            <p:cNvSpPr/>
            <p:nvPr/>
          </p:nvSpPr>
          <p:spPr>
            <a:xfrm>
              <a:off x="965662" y="2394847"/>
              <a:ext cx="5130338" cy="1628548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C8437D6-B32E-C687-EDF5-7380003FE564}"/>
              </a:ext>
            </a:extLst>
          </p:cNvPr>
          <p:cNvGrpSpPr/>
          <p:nvPr/>
        </p:nvGrpSpPr>
        <p:grpSpPr>
          <a:xfrm>
            <a:off x="571309" y="1681132"/>
            <a:ext cx="5481149" cy="2223525"/>
            <a:chOff x="906626" y="1855980"/>
            <a:chExt cx="5248410" cy="2223525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838F1FA0-3EB5-9A80-026D-D69FB20DD682}"/>
                </a:ext>
              </a:extLst>
            </p:cNvPr>
            <p:cNvSpPr/>
            <p:nvPr/>
          </p:nvSpPr>
          <p:spPr>
            <a:xfrm>
              <a:off x="906626" y="1855980"/>
              <a:ext cx="5248410" cy="2223525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0AC0F865-2115-667E-A3B3-5B61136B9CE6}"/>
                </a:ext>
              </a:extLst>
            </p:cNvPr>
            <p:cNvSpPr/>
            <p:nvPr/>
          </p:nvSpPr>
          <p:spPr>
            <a:xfrm>
              <a:off x="965662" y="2394847"/>
              <a:ext cx="5130338" cy="1628548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4">
            <a:extLst>
              <a:ext uri="{FF2B5EF4-FFF2-40B4-BE49-F238E27FC236}">
                <a16:creationId xmlns:a16="http://schemas.microsoft.com/office/drawing/2014/main" id="{21C860AE-5DFC-6F5F-7D73-71F6F48C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Potentialité didactique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D9B2EE-569D-2D88-4853-A71E04D3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EBBAF5-E63D-4EEE-FAE2-9B8711B7A4B7}"/>
              </a:ext>
            </a:extLst>
          </p:cNvPr>
          <p:cNvSpPr txBox="1"/>
          <p:nvPr/>
        </p:nvSpPr>
        <p:spPr>
          <a:xfrm>
            <a:off x="2113648" y="1710178"/>
            <a:ext cx="2163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Communication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84EA802-0D79-C202-83D0-C1C91D1CB5C8}"/>
              </a:ext>
            </a:extLst>
          </p:cNvPr>
          <p:cNvSpPr txBox="1"/>
          <p:nvPr/>
        </p:nvSpPr>
        <p:spPr>
          <a:xfrm>
            <a:off x="7281996" y="1692479"/>
            <a:ext cx="2963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Validation de données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8030E5-D49E-25AB-C7A8-E0215341B67B}"/>
              </a:ext>
            </a:extLst>
          </p:cNvPr>
          <p:cNvSpPr txBox="1"/>
          <p:nvPr/>
        </p:nvSpPr>
        <p:spPr>
          <a:xfrm>
            <a:off x="2154962" y="4173317"/>
            <a:ext cx="217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Machine à états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F0DA88E-0F0D-911B-1A71-C448E167E404}"/>
              </a:ext>
            </a:extLst>
          </p:cNvPr>
          <p:cNvSpPr txBox="1"/>
          <p:nvPr/>
        </p:nvSpPr>
        <p:spPr>
          <a:xfrm>
            <a:off x="6880092" y="4171907"/>
            <a:ext cx="3767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Réglage des systèmes automatisés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40C5209-F097-6894-7D2A-802DBB42C1D1}"/>
              </a:ext>
            </a:extLst>
          </p:cNvPr>
          <p:cNvSpPr txBox="1"/>
          <p:nvPr/>
        </p:nvSpPr>
        <p:spPr>
          <a:xfrm>
            <a:off x="2996077" y="2351026"/>
            <a:ext cx="2733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Architecture Réseau, </a:t>
            </a:r>
          </a:p>
          <a:p>
            <a:r>
              <a:rPr lang="fr-FR" dirty="0"/>
              <a:t>Architecture Client-Serveur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2A5C96D-7A7F-63A9-862A-0A8BCCA002D7}"/>
              </a:ext>
            </a:extLst>
          </p:cNvPr>
          <p:cNvSpPr txBox="1"/>
          <p:nvPr/>
        </p:nvSpPr>
        <p:spPr>
          <a:xfrm>
            <a:off x="2996078" y="3124042"/>
            <a:ext cx="2770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R1.02 : Principes et architecture réseaux </a:t>
            </a:r>
          </a:p>
          <a:p>
            <a:r>
              <a:rPr lang="fr-FR" dirty="0"/>
              <a:t>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48229CA-150D-8C03-E195-CA15D0E2830F}"/>
              </a:ext>
            </a:extLst>
          </p:cNvPr>
          <p:cNvSpPr txBox="1"/>
          <p:nvPr/>
        </p:nvSpPr>
        <p:spPr>
          <a:xfrm>
            <a:off x="8827481" y="2423562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C08 : Bases de données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907B1EA-2EF7-DE65-0E38-3A891D121AE0}"/>
              </a:ext>
            </a:extLst>
          </p:cNvPr>
          <p:cNvSpPr txBox="1"/>
          <p:nvPr/>
        </p:nvSpPr>
        <p:spPr>
          <a:xfrm>
            <a:off x="3189223" y="4874249"/>
            <a:ext cx="2757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Diagramme états-transition</a:t>
            </a:r>
          </a:p>
          <a:p>
            <a:r>
              <a:rPr lang="fr-FR" dirty="0"/>
              <a:t>                       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0541FAB-605E-8F66-516D-44348C95DE49}"/>
              </a:ext>
            </a:extLst>
          </p:cNvPr>
          <p:cNvSpPr txBox="1"/>
          <p:nvPr/>
        </p:nvSpPr>
        <p:spPr>
          <a:xfrm>
            <a:off x="3363257" y="5649383"/>
            <a:ext cx="2150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R2.06 : Automatisme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A551F93-FB11-CC2A-7CC9-EFD543386064}"/>
              </a:ext>
            </a:extLst>
          </p:cNvPr>
          <p:cNvSpPr txBox="1"/>
          <p:nvPr/>
        </p:nvSpPr>
        <p:spPr>
          <a:xfrm>
            <a:off x="8409482" y="4786059"/>
            <a:ext cx="3228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Boucle de régulation, </a:t>
            </a:r>
          </a:p>
          <a:p>
            <a:r>
              <a:rPr lang="fr-FR" sz="1600" dirty="0"/>
              <a:t>Comportement d’un système asservi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179187-6233-DCCA-B778-EBB57F6AB514}"/>
              </a:ext>
            </a:extLst>
          </p:cNvPr>
          <p:cNvSpPr txBox="1"/>
          <p:nvPr/>
        </p:nvSpPr>
        <p:spPr>
          <a:xfrm>
            <a:off x="8448014" y="5472106"/>
            <a:ext cx="3510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Performance des systèmes bouclés</a:t>
            </a:r>
          </a:p>
          <a:p>
            <a:r>
              <a:rPr lang="fr-FR" dirty="0"/>
              <a:t>Stabilité, précision ou rapidité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43F9EC-E948-17BD-82C9-55153EDDDD34}"/>
              </a:ext>
            </a:extLst>
          </p:cNvPr>
          <p:cNvSpPr/>
          <p:nvPr/>
        </p:nvSpPr>
        <p:spPr>
          <a:xfrm>
            <a:off x="725204" y="2321174"/>
            <a:ext cx="2120639" cy="70603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Spécialité SI</a:t>
            </a:r>
          </a:p>
          <a:p>
            <a:pPr algn="ctr"/>
            <a:r>
              <a:rPr lang="fr-FR" dirty="0"/>
              <a:t>Terminale STI2D SIN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C0E729D-F852-D386-7E87-2993887749A2}"/>
              </a:ext>
            </a:extLst>
          </p:cNvPr>
          <p:cNvSpPr/>
          <p:nvPr/>
        </p:nvSpPr>
        <p:spPr>
          <a:xfrm>
            <a:off x="725205" y="3133739"/>
            <a:ext cx="2120638" cy="62693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BUT R&amp;T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2A847C1-7761-0EEA-20C3-1923D420975D}"/>
              </a:ext>
            </a:extLst>
          </p:cNvPr>
          <p:cNvSpPr/>
          <p:nvPr/>
        </p:nvSpPr>
        <p:spPr>
          <a:xfrm>
            <a:off x="6327376" y="2299863"/>
            <a:ext cx="2120637" cy="62693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STS CIEL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A3E2B050-2D0A-AF09-051A-E5C7A0E5B809}"/>
              </a:ext>
            </a:extLst>
          </p:cNvPr>
          <p:cNvSpPr/>
          <p:nvPr/>
        </p:nvSpPr>
        <p:spPr>
          <a:xfrm>
            <a:off x="773090" y="4765056"/>
            <a:ext cx="2345247" cy="62693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Terminale Spécialité SI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BAB12497-70BC-052C-A67F-BFBD23F42879}"/>
              </a:ext>
            </a:extLst>
          </p:cNvPr>
          <p:cNvSpPr/>
          <p:nvPr/>
        </p:nvSpPr>
        <p:spPr>
          <a:xfrm>
            <a:off x="773091" y="5520580"/>
            <a:ext cx="2345246" cy="62693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BUT GEII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9B830577-14E8-4F5E-844B-AC479C59DA6C}"/>
              </a:ext>
            </a:extLst>
          </p:cNvPr>
          <p:cNvSpPr/>
          <p:nvPr/>
        </p:nvSpPr>
        <p:spPr>
          <a:xfrm>
            <a:off x="6285229" y="5490038"/>
            <a:ext cx="2120637" cy="62693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BUT GEII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CE35ABFB-B461-4412-9A33-BECC7BBD583A}"/>
              </a:ext>
            </a:extLst>
          </p:cNvPr>
          <p:cNvSpPr/>
          <p:nvPr/>
        </p:nvSpPr>
        <p:spPr>
          <a:xfrm>
            <a:off x="6288156" y="4732869"/>
            <a:ext cx="2120637" cy="62693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Terminale STI2D</a:t>
            </a:r>
          </a:p>
        </p:txBody>
      </p:sp>
    </p:spTree>
    <p:extLst>
      <p:ext uri="{BB962C8B-B14F-4D97-AF65-F5344CB8AC3E}">
        <p14:creationId xmlns:p14="http://schemas.microsoft.com/office/powerpoint/2010/main" val="35704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13EE-8BF1-9597-0B6E-A4CD52C35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95EE48A-05EB-79BE-13EC-DF236A29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 pédagogiques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4278E31-B5C7-CD58-A33A-F27FD1F80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Potentialités didactiques</a:t>
            </a:r>
          </a:p>
          <a:p>
            <a:r>
              <a:rPr lang="fr-FR" b="1" dirty="0"/>
              <a:t>Applications en filière STI2D</a:t>
            </a:r>
          </a:p>
          <a:p>
            <a:r>
              <a:rPr lang="fr-FR" dirty="0"/>
              <a:t>Application en filière STS CIEL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24E83B-FCD6-3929-58DF-B37F1C8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9613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D98656A-9CE6-2AE8-3D33-64F65715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la filière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163EBC-65C8-3C13-026B-E1F82557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C90248C-FE59-D1CE-21E4-FBC1DF6D3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1" y="1872647"/>
            <a:ext cx="6323356" cy="404828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F74B51D-A280-05B7-D0AC-A520BCA12C6B}"/>
              </a:ext>
            </a:extLst>
          </p:cNvPr>
          <p:cNvSpPr txBox="1"/>
          <p:nvPr/>
        </p:nvSpPr>
        <p:spPr>
          <a:xfrm>
            <a:off x="693471" y="1429043"/>
            <a:ext cx="737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Sciences et Technologies de l’Industrie et du Développement Durable : STI2D</a:t>
            </a:r>
          </a:p>
        </p:txBody>
      </p:sp>
      <p:graphicFrame>
        <p:nvGraphicFramePr>
          <p:cNvPr id="13" name="Graphique 12">
            <a:extLst>
              <a:ext uri="{FF2B5EF4-FFF2-40B4-BE49-F238E27FC236}">
                <a16:creationId xmlns:a16="http://schemas.microsoft.com/office/drawing/2014/main" id="{2B1B66AA-A78D-5016-21C1-09D5A24F74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1799523"/>
              </p:ext>
            </p:extLst>
          </p:nvPr>
        </p:nvGraphicFramePr>
        <p:xfrm>
          <a:off x="6798952" y="1872646"/>
          <a:ext cx="5949251" cy="3717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2CDF17E-0249-6BE6-9C7D-ED775DA8CCA1}"/>
              </a:ext>
            </a:extLst>
          </p:cNvPr>
          <p:cNvSpPr txBox="1"/>
          <p:nvPr/>
        </p:nvSpPr>
        <p:spPr>
          <a:xfrm>
            <a:off x="8859107" y="5570970"/>
            <a:ext cx="180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Poursuite d’étude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AA2031C-E6E3-02B4-D6B5-1BFDB2F0128A}"/>
              </a:ext>
            </a:extLst>
          </p:cNvPr>
          <p:cNvSpPr txBox="1"/>
          <p:nvPr/>
        </p:nvSpPr>
        <p:spPr>
          <a:xfrm>
            <a:off x="0" y="6538308"/>
            <a:ext cx="9444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https://www.letudiant.fr/lycee/filiere-generale-et-technologique/article/que-faire-apres-un-bac-sti2d-5.html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8E6F3-68BF-CB9F-134D-F6EEEA60C3C2}"/>
              </a:ext>
            </a:extLst>
          </p:cNvPr>
          <p:cNvSpPr txBox="1"/>
          <p:nvPr/>
        </p:nvSpPr>
        <p:spPr>
          <a:xfrm>
            <a:off x="-11124" y="6293440"/>
            <a:ext cx="6107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https://lycee-andre-malraux-remiremont.eu/sti2d/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A701E2-B153-8EF4-A737-048CD2F7315E}"/>
              </a:ext>
            </a:extLst>
          </p:cNvPr>
          <p:cNvSpPr txBox="1"/>
          <p:nvPr/>
        </p:nvSpPr>
        <p:spPr>
          <a:xfrm>
            <a:off x="1758765" y="5893331"/>
            <a:ext cx="442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Description de la partie Ingénierie de la STI2D</a:t>
            </a:r>
          </a:p>
        </p:txBody>
      </p:sp>
    </p:spTree>
    <p:extLst>
      <p:ext uri="{BB962C8B-B14F-4D97-AF65-F5344CB8AC3E}">
        <p14:creationId xmlns:p14="http://schemas.microsoft.com/office/powerpoint/2010/main" val="224092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462A8D12-8EFC-4EA4-12D8-104B36BD24F7}"/>
              </a:ext>
            </a:extLst>
          </p:cNvPr>
          <p:cNvSpPr/>
          <p:nvPr/>
        </p:nvSpPr>
        <p:spPr>
          <a:xfrm>
            <a:off x="209279" y="5064166"/>
            <a:ext cx="11772966" cy="11645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0C9743-4917-8AC8-934F-D1EC5673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027868-548E-7D1B-5846-DB732F8D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944174A-840C-D742-F780-70BE03F89174}"/>
              </a:ext>
            </a:extLst>
          </p:cNvPr>
          <p:cNvSpPr txBox="1"/>
          <p:nvPr/>
        </p:nvSpPr>
        <p:spPr>
          <a:xfrm>
            <a:off x="271081" y="5174872"/>
            <a:ext cx="11403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000" b="1" dirty="0"/>
              <a:t>Thème : </a:t>
            </a:r>
            <a:r>
              <a:rPr lang="fr-FR" sz="2000" dirty="0"/>
              <a:t>Gérer la ville du futur</a:t>
            </a:r>
          </a:p>
          <a:p>
            <a:r>
              <a:rPr lang="fr-FR" sz="2000" b="1" dirty="0"/>
              <a:t>Problématique : </a:t>
            </a:r>
            <a:r>
              <a:rPr lang="fr-FR" sz="2000" dirty="0"/>
              <a:t>Dans quelles mesures la surveillance d’un système permet-elle d’infléchir son comportement dans la direction souhaitée?</a:t>
            </a:r>
            <a:endParaRPr lang="fr-FR" sz="2000" b="1" dirty="0"/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E4200BFA-BAF0-8597-1BEE-E5E52BBCBB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4528696"/>
              </p:ext>
            </p:extLst>
          </p:nvPr>
        </p:nvGraphicFramePr>
        <p:xfrm>
          <a:off x="733021" y="2172107"/>
          <a:ext cx="4530406" cy="2763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84181456-41B0-18AB-2D4E-DDC3DFBBD93A}"/>
              </a:ext>
            </a:extLst>
          </p:cNvPr>
          <p:cNvSpPr txBox="1"/>
          <p:nvPr/>
        </p:nvSpPr>
        <p:spPr>
          <a:xfrm>
            <a:off x="838200" y="1424503"/>
            <a:ext cx="4530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Terminale</a:t>
            </a:r>
            <a:r>
              <a:rPr lang="fr-FR" dirty="0"/>
              <a:t> STI2D, Enseignement Spécifique </a:t>
            </a:r>
            <a:r>
              <a:rPr lang="fr-FR" b="1" dirty="0"/>
              <a:t>SIN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D6FBBE-770B-B81F-81E8-D7C133422085}"/>
              </a:ext>
            </a:extLst>
          </p:cNvPr>
          <p:cNvSpPr txBox="1"/>
          <p:nvPr/>
        </p:nvSpPr>
        <p:spPr>
          <a:xfrm>
            <a:off x="7183937" y="1669209"/>
            <a:ext cx="258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Deux classes de 36 élèves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5B79EAA-9FED-127F-81A9-E6E5C3448B91}"/>
              </a:ext>
            </a:extLst>
          </p:cNvPr>
          <p:cNvSpPr txBox="1"/>
          <p:nvPr/>
        </p:nvSpPr>
        <p:spPr>
          <a:xfrm>
            <a:off x="6282440" y="2172107"/>
            <a:ext cx="438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Trois spécialités de 24 élèves : SIN, ITEC et EE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297C610-2BB6-5ADB-0E42-B21AEA7BF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7165"/>
              </p:ext>
            </p:extLst>
          </p:nvPr>
        </p:nvGraphicFramePr>
        <p:xfrm>
          <a:off x="5585909" y="2673989"/>
          <a:ext cx="639633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112">
                  <a:extLst>
                    <a:ext uri="{9D8B030D-6E8A-4147-A177-3AD203B41FA5}">
                      <a16:colId xmlns:a16="http://schemas.microsoft.com/office/drawing/2014/main" val="1938791771"/>
                    </a:ext>
                  </a:extLst>
                </a:gridCol>
                <a:gridCol w="2132112">
                  <a:extLst>
                    <a:ext uri="{9D8B030D-6E8A-4147-A177-3AD203B41FA5}">
                      <a16:colId xmlns:a16="http://schemas.microsoft.com/office/drawing/2014/main" val="2757230318"/>
                    </a:ext>
                  </a:extLst>
                </a:gridCol>
                <a:gridCol w="2132112">
                  <a:extLst>
                    <a:ext uri="{9D8B030D-6E8A-4147-A177-3AD203B41FA5}">
                      <a16:colId xmlns:a16="http://schemas.microsoft.com/office/drawing/2014/main" val="482117682"/>
                    </a:ext>
                  </a:extLst>
                </a:gridCol>
              </a:tblGrid>
              <a:tr h="359685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Classe Entière (CE)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Activité Pratique (AP)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584997"/>
                  </a:ext>
                </a:extLst>
              </a:tr>
              <a:tr h="359685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Tronc Commun (TC)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36</a:t>
                      </a:r>
                      <a:r>
                        <a:rPr lang="fr-FR" dirty="0"/>
                        <a:t> élèves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18</a:t>
                      </a:r>
                      <a:r>
                        <a:rPr lang="fr-FR" dirty="0"/>
                        <a:t> élèves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103078"/>
                  </a:ext>
                </a:extLst>
              </a:tr>
              <a:tr h="620827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Enseignement Spécifique (SPE)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24</a:t>
                      </a:r>
                      <a:r>
                        <a:rPr lang="fr-FR" dirty="0"/>
                        <a:t> élèves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12</a:t>
                      </a:r>
                      <a:r>
                        <a:rPr lang="fr-FR" dirty="0"/>
                        <a:t> élèves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6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47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95A0F-6AED-ED13-DD80-31D1FE30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Contextualisation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DB199C-CAB8-4D13-F55D-CF56373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9</a:t>
            </a:fld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081F8C1-FC2D-1B5F-D5C5-2A55FDC7F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600" y="2634168"/>
            <a:ext cx="4157435" cy="27155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45BB8DB-C0CB-718D-44E4-B27DB7659656}"/>
              </a:ext>
            </a:extLst>
          </p:cNvPr>
          <p:cNvSpPr txBox="1"/>
          <p:nvPr/>
        </p:nvSpPr>
        <p:spPr>
          <a:xfrm>
            <a:off x="86022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https://barcelonesite.fr/zoo.html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E29EF62-41F1-7A4C-16E1-A6E9DF90D603}"/>
              </a:ext>
            </a:extLst>
          </p:cNvPr>
          <p:cNvSpPr txBox="1"/>
          <p:nvPr/>
        </p:nvSpPr>
        <p:spPr>
          <a:xfrm>
            <a:off x="1138160" y="1763678"/>
            <a:ext cx="407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Réduction de la consommation d’un zoo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C753127-B2DB-A89B-6C8D-3F26C55D712D}"/>
              </a:ext>
            </a:extLst>
          </p:cNvPr>
          <p:cNvSpPr txBox="1"/>
          <p:nvPr/>
        </p:nvSpPr>
        <p:spPr>
          <a:xfrm>
            <a:off x="1229554" y="5416487"/>
            <a:ext cx="2761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Entrée du zoo de Barcelone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0C590B5-2CAA-124C-7F8B-C072B9DC0FFC}"/>
              </a:ext>
            </a:extLst>
          </p:cNvPr>
          <p:cNvSpPr txBox="1"/>
          <p:nvPr/>
        </p:nvSpPr>
        <p:spPr>
          <a:xfrm>
            <a:off x="6656898" y="1884689"/>
            <a:ext cx="407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Assurer l’alimentation en eau des enclos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81E9B89-352D-A7C2-4C9D-C2219C87A3F0}"/>
              </a:ext>
            </a:extLst>
          </p:cNvPr>
          <p:cNvSpPr txBox="1"/>
          <p:nvPr/>
        </p:nvSpPr>
        <p:spPr>
          <a:xfrm>
            <a:off x="6944780" y="2264836"/>
            <a:ext cx="3373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Vérifier les exigences spécifiques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FDD52F1-801F-F0F7-6348-92C2687E5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62" r="50000"/>
          <a:stretch>
            <a:fillRect/>
          </a:stretch>
        </p:blipFill>
        <p:spPr>
          <a:xfrm>
            <a:off x="4889666" y="2908252"/>
            <a:ext cx="7302334" cy="263116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F603A87-A2FD-445E-1594-987B454C01D7}"/>
              </a:ext>
            </a:extLst>
          </p:cNvPr>
          <p:cNvSpPr txBox="1"/>
          <p:nvPr/>
        </p:nvSpPr>
        <p:spPr>
          <a:xfrm>
            <a:off x="6855749" y="5502733"/>
            <a:ext cx="3551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Extrait du diagramme des exigences</a:t>
            </a:r>
          </a:p>
        </p:txBody>
      </p:sp>
    </p:spTree>
    <p:extLst>
      <p:ext uri="{BB962C8B-B14F-4D97-AF65-F5344CB8AC3E}">
        <p14:creationId xmlns:p14="http://schemas.microsoft.com/office/powerpoint/2010/main" val="3683291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A30100-C00D-59E2-8A26-18945D0A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576627-4C81-6E82-653C-4ED5FFD75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7AC0EA-D161-7EC9-C6B8-754E245C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983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DD49-B9A6-8E6B-6374-738C5033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DDDA4F-9350-40EF-8741-851ABFE3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Compétences/Connaissances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6F6386-495F-5EB3-31B1-4699395C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11</a:t>
            </a:fld>
            <a:endParaRPr lang="fr-FR" dirty="0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CEEDF7B-BE94-45C7-015E-17887E871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44002"/>
              </p:ext>
            </p:extLst>
          </p:nvPr>
        </p:nvGraphicFramePr>
        <p:xfrm>
          <a:off x="604903" y="1797159"/>
          <a:ext cx="109821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2464">
                  <a:extLst>
                    <a:ext uri="{9D8B030D-6E8A-4147-A177-3AD203B41FA5}">
                      <a16:colId xmlns:a16="http://schemas.microsoft.com/office/drawing/2014/main" val="446021979"/>
                    </a:ext>
                  </a:extLst>
                </a:gridCol>
                <a:gridCol w="3032464">
                  <a:extLst>
                    <a:ext uri="{9D8B030D-6E8A-4147-A177-3AD203B41FA5}">
                      <a16:colId xmlns:a16="http://schemas.microsoft.com/office/drawing/2014/main" val="2646299458"/>
                    </a:ext>
                  </a:extLst>
                </a:gridCol>
                <a:gridCol w="2589091">
                  <a:extLst>
                    <a:ext uri="{9D8B030D-6E8A-4147-A177-3AD203B41FA5}">
                      <a16:colId xmlns:a16="http://schemas.microsoft.com/office/drawing/2014/main" val="3562204006"/>
                    </a:ext>
                  </a:extLst>
                </a:gridCol>
                <a:gridCol w="2328175">
                  <a:extLst>
                    <a:ext uri="{9D8B030D-6E8A-4147-A177-3AD203B41FA5}">
                      <a16:colId xmlns:a16="http://schemas.microsoft.com/office/drawing/2014/main" val="149047629"/>
                    </a:ext>
                  </a:extLst>
                </a:gridCol>
              </a:tblGrid>
              <a:tr h="24127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Compétences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Connaissance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Niveau Taxonomique en </a:t>
                      </a:r>
                    </a:p>
                    <a:p>
                      <a:pPr algn="ctr"/>
                      <a:r>
                        <a:rPr lang="fr-FR" dirty="0"/>
                        <a:t>Tronc Commun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Niveau Taxonomique en Enseignement Spécifique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766177"/>
                  </a:ext>
                </a:extLst>
              </a:tr>
              <a:tr h="42222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1.5.3 Utilisation raisonnées des ressources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Le même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526535"/>
                  </a:ext>
                </a:extLst>
              </a:tr>
              <a:tr h="42222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highlight>
                            <a:srgbClr val="FFFF00"/>
                          </a:highlight>
                        </a:rPr>
                        <a:t>2.1 Représentation des flux MEI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Le même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615733"/>
                  </a:ext>
                </a:extLst>
              </a:tr>
              <a:tr h="422225">
                <a:tc rowSpan="3"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CO3.1, CO3.2, CO3.4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highlight>
                            <a:srgbClr val="FFFF00"/>
                          </a:highlight>
                        </a:rPr>
                        <a:t>2.4.1 Typologie des chaînes d’information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686989"/>
                  </a:ext>
                </a:extLst>
              </a:tr>
              <a:tr h="422225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2.4.2 Acquisition et restitution de l’information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847249"/>
                  </a:ext>
                </a:extLst>
              </a:tr>
              <a:tr h="422225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2.4.4 Transmission de l’information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434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049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9DEF2-A149-2642-6AD7-11E3C9FF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BD13ED-9839-BBFC-381A-F519657C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12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D737734-A17D-F1CE-372E-D5F032647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5" b="13269"/>
          <a:stretch>
            <a:fillRect/>
          </a:stretch>
        </p:blipFill>
        <p:spPr>
          <a:xfrm>
            <a:off x="1170773" y="1368936"/>
            <a:ext cx="9700142" cy="53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2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EB6D0-4DA3-EDD3-3A4C-A5F24DFD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87C68E-F5E7-F923-1899-ACD398E4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 : Semaine 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C8C8D1-551E-FACF-8855-26EF4BE0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13</a:t>
            </a:fld>
            <a:endParaRPr lang="fr-FR" dirty="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E736BC2-B72A-F245-CEE1-D73D47EDC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831698"/>
              </p:ext>
            </p:extLst>
          </p:nvPr>
        </p:nvGraphicFramePr>
        <p:xfrm>
          <a:off x="38100" y="990601"/>
          <a:ext cx="12077700" cy="586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79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9A90-667E-A24A-AF64-2B7192C6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B9268-D25A-CB3C-EEFC-B75A4A3C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 : Semaine 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6E1CF2-7CE1-59F3-5E5F-F2DE5F85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14</a:t>
            </a:fld>
            <a:endParaRPr lang="fr-FR"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5160F9EA-3705-4E8B-6537-52ABF120B0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995778"/>
              </p:ext>
            </p:extLst>
          </p:nvPr>
        </p:nvGraphicFramePr>
        <p:xfrm>
          <a:off x="-152399" y="1180673"/>
          <a:ext cx="12191999" cy="5685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086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D16A73A-7FC7-B69E-6191-7590601BBB28}"/>
              </a:ext>
            </a:extLst>
          </p:cNvPr>
          <p:cNvSpPr/>
          <p:nvPr/>
        </p:nvSpPr>
        <p:spPr>
          <a:xfrm>
            <a:off x="6848656" y="3113072"/>
            <a:ext cx="4166790" cy="2220331"/>
          </a:xfrm>
          <a:prstGeom prst="roundRect">
            <a:avLst>
              <a:gd name="adj" fmla="val 7543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F91FBA-6E60-E1C8-BF7D-1741BED9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Modalités d’évaluation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C1A92D-83DE-BFBE-625B-7AC84720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F434665-3405-F982-8B01-FE4D09B3FA42}"/>
              </a:ext>
            </a:extLst>
          </p:cNvPr>
          <p:cNvSpPr txBox="1"/>
          <p:nvPr/>
        </p:nvSpPr>
        <p:spPr>
          <a:xfrm>
            <a:off x="1647419" y="1914817"/>
            <a:ext cx="3443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Interrogation écrite (TC et SPE)</a:t>
            </a:r>
          </a:p>
        </p:txBody>
      </p:sp>
      <p:pic>
        <p:nvPicPr>
          <p:cNvPr id="6" name="Graphique 5" descr="Liste de contrôle avec un remplissage uni">
            <a:extLst>
              <a:ext uri="{FF2B5EF4-FFF2-40B4-BE49-F238E27FC236}">
                <a16:creationId xmlns:a16="http://schemas.microsoft.com/office/drawing/2014/main" id="{4A07BCB1-96A0-C753-9A1E-CE225C779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875133"/>
            <a:ext cx="914400" cy="9144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7CF0A2B-9619-B12B-3481-6EC1506C7D7F}"/>
              </a:ext>
            </a:extLst>
          </p:cNvPr>
          <p:cNvSpPr txBox="1"/>
          <p:nvPr/>
        </p:nvSpPr>
        <p:spPr>
          <a:xfrm>
            <a:off x="938571" y="388429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/>
              <a:t>QCM</a:t>
            </a:r>
          </a:p>
          <a:p>
            <a:pPr algn="ctr"/>
            <a:r>
              <a:rPr lang="fr-FR" i="1" dirty="0"/>
              <a:t>5 min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B39F2FA-2B82-0BD1-9D23-411FB649A610}"/>
              </a:ext>
            </a:extLst>
          </p:cNvPr>
          <p:cNvSpPr txBox="1"/>
          <p:nvPr/>
        </p:nvSpPr>
        <p:spPr>
          <a:xfrm>
            <a:off x="938571" y="5399369"/>
            <a:ext cx="33155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pts   : QCM sur les cartes éclairs</a:t>
            </a:r>
          </a:p>
          <a:p>
            <a:r>
              <a:rPr lang="fr-FR" dirty="0"/>
              <a:t>2 pts   : Expression écrite</a:t>
            </a:r>
          </a:p>
          <a:p>
            <a:r>
              <a:rPr lang="fr-FR" dirty="0"/>
              <a:t>16 pts : Cas pratique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B20C38E-A824-08B1-5AC0-C63187D7EEDF}"/>
              </a:ext>
            </a:extLst>
          </p:cNvPr>
          <p:cNvSpPr txBox="1"/>
          <p:nvPr/>
        </p:nvSpPr>
        <p:spPr>
          <a:xfrm>
            <a:off x="7844183" y="1914817"/>
            <a:ext cx="218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Interrogation orale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3E9C23-7CDA-2850-4C46-54C2A13114F0}"/>
              </a:ext>
            </a:extLst>
          </p:cNvPr>
          <p:cNvSpPr txBox="1"/>
          <p:nvPr/>
        </p:nvSpPr>
        <p:spPr>
          <a:xfrm>
            <a:off x="6953837" y="3513180"/>
            <a:ext cx="3921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8 x 5 minutes de présentation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8 x 5 minutes de questions/réponses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7 x 3 minutes de changement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EC557B7-D392-3BDD-DD53-AE8B936DD90E}"/>
              </a:ext>
            </a:extLst>
          </p:cNvPr>
          <p:cNvSpPr/>
          <p:nvPr/>
        </p:nvSpPr>
        <p:spPr>
          <a:xfrm>
            <a:off x="6702322" y="2364735"/>
            <a:ext cx="438410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fr-FR" dirty="0"/>
              <a:t>8 groupes de 3 élèves</a:t>
            </a:r>
          </a:p>
          <a:p>
            <a:pPr marL="285750" indent="-285750" algn="ctr">
              <a:buFontTx/>
              <a:buChar char="-"/>
            </a:pPr>
            <a:r>
              <a:rPr lang="fr-FR" dirty="0"/>
              <a:t>Passage sur le même créneau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55F5D5D-4310-EDC3-58E5-D9C8DA09C959}"/>
              </a:ext>
            </a:extLst>
          </p:cNvPr>
          <p:cNvSpPr txBox="1"/>
          <p:nvPr/>
        </p:nvSpPr>
        <p:spPr>
          <a:xfrm>
            <a:off x="7190186" y="5433019"/>
            <a:ext cx="3933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pts   : Expression orale</a:t>
            </a:r>
          </a:p>
          <a:p>
            <a:r>
              <a:rPr lang="fr-FR" dirty="0"/>
              <a:t>8 pts   : Implémentation de la solution</a:t>
            </a:r>
          </a:p>
          <a:p>
            <a:r>
              <a:rPr lang="fr-FR" dirty="0"/>
              <a:t>8 pts   : Validation du cahier des charges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E34FDFA-A57F-8188-1F12-1632A63A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16" t="1446" r="-398" b="-1446"/>
          <a:stretch>
            <a:fillRect/>
          </a:stretch>
        </p:blipFill>
        <p:spPr>
          <a:xfrm>
            <a:off x="1898934" y="2857399"/>
            <a:ext cx="4500124" cy="84347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3E3ED4CD-BBBA-F64A-B4E3-22B68308C675}"/>
              </a:ext>
            </a:extLst>
          </p:cNvPr>
          <p:cNvSpPr txBox="1"/>
          <p:nvPr/>
        </p:nvSpPr>
        <p:spPr>
          <a:xfrm>
            <a:off x="2307493" y="3884297"/>
            <a:ext cx="324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/>
              <a:t>Extrait du sujet de 2025 2I2D SIN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2D651A0-7EFE-5BED-738A-E742F8963968}"/>
              </a:ext>
            </a:extLst>
          </p:cNvPr>
          <p:cNvSpPr txBox="1"/>
          <p:nvPr/>
        </p:nvSpPr>
        <p:spPr>
          <a:xfrm>
            <a:off x="4969377" y="1427546"/>
            <a:ext cx="2537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Évaluation sommative</a:t>
            </a:r>
          </a:p>
        </p:txBody>
      </p:sp>
    </p:spTree>
    <p:extLst>
      <p:ext uri="{BB962C8B-B14F-4D97-AF65-F5344CB8AC3E}">
        <p14:creationId xmlns:p14="http://schemas.microsoft.com/office/powerpoint/2010/main" val="4269350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0346-5AE0-4066-02B5-0B8EA407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79250B8-2633-6B62-AC4B-D1BC1F84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 pédagogiques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4F783C-AE67-C2CF-BE88-690004E7A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Potentialités didactiques</a:t>
            </a:r>
          </a:p>
          <a:p>
            <a:r>
              <a:rPr lang="fr-FR" dirty="0"/>
              <a:t>Applications en filière STI2D</a:t>
            </a:r>
          </a:p>
          <a:p>
            <a:r>
              <a:rPr lang="fr-FR" b="1" dirty="0"/>
              <a:t>Application en filière STS CIEL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952787-53B1-947F-C36A-68A0F1C8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4648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57BC-E84B-E337-F1E3-65DF0178A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84EB4D6-1073-C2D9-1D7B-8286FFD5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la filière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75B8BC-D83C-71E1-165C-15A6BBF9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7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891FCE-F0EE-10D9-47C4-A4ED97BD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C176E72-8A5D-FBC0-2008-B9FB7C5A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44" y="2576704"/>
            <a:ext cx="2721500" cy="214998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D4918EF-89F8-026F-825B-F0D2969A8755}"/>
              </a:ext>
            </a:extLst>
          </p:cNvPr>
          <p:cNvSpPr txBox="1"/>
          <p:nvPr/>
        </p:nvSpPr>
        <p:spPr>
          <a:xfrm>
            <a:off x="1279782" y="1529869"/>
            <a:ext cx="80166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STS CIEL : Cybersécurité, Informatique et réseaux, Électronique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366387-49C6-ABAD-297C-D977307896F5}"/>
              </a:ext>
            </a:extLst>
          </p:cNvPr>
          <p:cNvSpPr txBox="1"/>
          <p:nvPr/>
        </p:nvSpPr>
        <p:spPr>
          <a:xfrm>
            <a:off x="9737982" y="1589831"/>
            <a:ext cx="1561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Niveau Bac + 2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87B03-0FFB-6B69-3148-6A7D561C068A}"/>
              </a:ext>
            </a:extLst>
          </p:cNvPr>
          <p:cNvSpPr/>
          <p:nvPr/>
        </p:nvSpPr>
        <p:spPr>
          <a:xfrm>
            <a:off x="5791200" y="3789347"/>
            <a:ext cx="2060444" cy="22594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- Étude et maintenance de réseaux </a:t>
            </a:r>
          </a:p>
          <a:p>
            <a:pPr algn="ctr"/>
            <a:r>
              <a:rPr lang="fr-FR" dirty="0"/>
              <a:t>- Valorisation de la donnée et de la cybersécurité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BB5CCF-AC2A-C631-D141-B50758D4F51A}"/>
              </a:ext>
            </a:extLst>
          </p:cNvPr>
          <p:cNvSpPr/>
          <p:nvPr/>
        </p:nvSpPr>
        <p:spPr>
          <a:xfrm>
            <a:off x="5693051" y="2347796"/>
            <a:ext cx="2210305" cy="1610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Informatique et Réseaux (IR)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B0C010-F105-FE7A-F8AC-2DFB78EA0E39}"/>
              </a:ext>
            </a:extLst>
          </p:cNvPr>
          <p:cNvSpPr/>
          <p:nvPr/>
        </p:nvSpPr>
        <p:spPr>
          <a:xfrm>
            <a:off x="8144823" y="3693845"/>
            <a:ext cx="1828041" cy="20785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- Étude et la maintenance de produits électroniques </a:t>
            </a:r>
          </a:p>
          <a:p>
            <a:pPr algn="ctr"/>
            <a:r>
              <a:rPr lang="fr-FR" dirty="0"/>
              <a:t>- Mise en œuvre de réseaux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1E3356-0663-0FE5-B5C3-A815D676EDDC}"/>
              </a:ext>
            </a:extLst>
          </p:cNvPr>
          <p:cNvSpPr/>
          <p:nvPr/>
        </p:nvSpPr>
        <p:spPr>
          <a:xfrm>
            <a:off x="8070895" y="2505243"/>
            <a:ext cx="2016526" cy="1350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Électronique et Réseaux (ER)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99D95E3-EA0D-126E-85C4-B8E1B10AB7E6}"/>
              </a:ext>
            </a:extLst>
          </p:cNvPr>
          <p:cNvSpPr txBox="1"/>
          <p:nvPr/>
        </p:nvSpPr>
        <p:spPr>
          <a:xfrm>
            <a:off x="987068" y="5395566"/>
            <a:ext cx="3353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Opérateur en Cybersécurité,</a:t>
            </a:r>
          </a:p>
          <a:p>
            <a:r>
              <a:rPr lang="fr-FR" dirty="0"/>
              <a:t>Technicien en Télécommunication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8A63CE-EC47-DFD7-E6B4-80FEA08BE8CC}"/>
              </a:ext>
            </a:extLst>
          </p:cNvPr>
          <p:cNvSpPr txBox="1"/>
          <p:nvPr/>
        </p:nvSpPr>
        <p:spPr>
          <a:xfrm>
            <a:off x="363681" y="6536782"/>
            <a:ext cx="9179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https://etudiant.lefigaro.fr/vos-etudes/etudes-superieures/32384-bts-sn-tout-savoir-sur-le-bts-ciel/#metiers-debouches</a:t>
            </a:r>
          </a:p>
        </p:txBody>
      </p:sp>
    </p:spTree>
    <p:extLst>
      <p:ext uri="{BB962C8B-B14F-4D97-AF65-F5344CB8AC3E}">
        <p14:creationId xmlns:p14="http://schemas.microsoft.com/office/powerpoint/2010/main" val="332162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C581-1178-A92A-A52F-A212E745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CF9D8-0465-C335-91A4-CC486339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Compétences/Connaissances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F86FD1-7041-D0EC-8F33-88C5F910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537457-00C0-5A79-56F9-063838CFE211}"/>
              </a:ext>
            </a:extLst>
          </p:cNvPr>
          <p:cNvSpPr txBox="1"/>
          <p:nvPr/>
        </p:nvSpPr>
        <p:spPr>
          <a:xfrm>
            <a:off x="433259" y="6234127"/>
            <a:ext cx="3418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Approche spiralaire durant l’année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3A6B1E3-FD38-DB03-474A-D18879D00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347609"/>
              </p:ext>
            </p:extLst>
          </p:nvPr>
        </p:nvGraphicFramePr>
        <p:xfrm>
          <a:off x="433259" y="1524215"/>
          <a:ext cx="10829316" cy="44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329">
                  <a:extLst>
                    <a:ext uri="{9D8B030D-6E8A-4147-A177-3AD203B41FA5}">
                      <a16:colId xmlns:a16="http://schemas.microsoft.com/office/drawing/2014/main" val="786094214"/>
                    </a:ext>
                  </a:extLst>
                </a:gridCol>
                <a:gridCol w="3504911">
                  <a:extLst>
                    <a:ext uri="{9D8B030D-6E8A-4147-A177-3AD203B41FA5}">
                      <a16:colId xmlns:a16="http://schemas.microsoft.com/office/drawing/2014/main" val="2441176719"/>
                    </a:ext>
                  </a:extLst>
                </a:gridCol>
                <a:gridCol w="1909747">
                  <a:extLst>
                    <a:ext uri="{9D8B030D-6E8A-4147-A177-3AD203B41FA5}">
                      <a16:colId xmlns:a16="http://schemas.microsoft.com/office/drawing/2014/main" val="2020073593"/>
                    </a:ext>
                  </a:extLst>
                </a:gridCol>
                <a:gridCol w="2707329">
                  <a:extLst>
                    <a:ext uri="{9D8B030D-6E8A-4147-A177-3AD203B41FA5}">
                      <a16:colId xmlns:a16="http://schemas.microsoft.com/office/drawing/2014/main" val="1589175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Compétences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Connaissances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Niveau Taxonomique avant la séquence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Niveau Taxonomique après la séquence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5019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CO5 – Concevoir un système informatique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Langages de modélisation d’application et d’infrastructure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3034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Niveaux de sécurité (accès BDD)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7740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CO8 - 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Bases de données et environnements de traitements de données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6450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Scripts d’automatisation et d’industrialisation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9909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Langages de développement et création d’API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909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Programmation orientée objet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23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933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115C4-2E1A-D275-C9C8-32B82BBE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1A1E2-FFB6-C542-3C44-9453348A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Contextualisation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65C05B-5A85-939E-766C-3A4684E69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108" y="2638943"/>
            <a:ext cx="10515600" cy="1243854"/>
          </a:xfrm>
        </p:spPr>
        <p:txBody>
          <a:bodyPr>
            <a:normAutofit fontScale="92500"/>
          </a:bodyPr>
          <a:lstStyle/>
          <a:p>
            <a:pPr algn="ctr"/>
            <a:endParaRPr lang="fr-FR" dirty="0"/>
          </a:p>
          <a:p>
            <a:pPr marL="0" indent="0" algn="ctr">
              <a:buNone/>
            </a:pPr>
            <a:r>
              <a:rPr lang="fr-FR" dirty="0"/>
              <a:t>Désire exposer </a:t>
            </a:r>
            <a:r>
              <a:rPr lang="fr-FR" b="1" dirty="0"/>
              <a:t>sa base de données </a:t>
            </a:r>
            <a:r>
              <a:rPr lang="fr-FR" dirty="0"/>
              <a:t>avec une </a:t>
            </a:r>
            <a:r>
              <a:rPr lang="fr-FR" b="1" dirty="0"/>
              <a:t>API Web </a:t>
            </a:r>
            <a:r>
              <a:rPr lang="fr-FR" dirty="0"/>
              <a:t>sous format </a:t>
            </a:r>
            <a:r>
              <a:rPr lang="fr-FR" b="1" dirty="0"/>
              <a:t>JSON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7B63F5-0354-65B0-9867-BE6338B2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19</a:t>
            </a:fld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8C8E5E6-5302-C467-66BD-C6323AEDDCD6}"/>
              </a:ext>
            </a:extLst>
          </p:cNvPr>
          <p:cNvGrpSpPr/>
          <p:nvPr/>
        </p:nvGrpSpPr>
        <p:grpSpPr>
          <a:xfrm>
            <a:off x="209517" y="4419600"/>
            <a:ext cx="11772966" cy="1047123"/>
            <a:chOff x="209279" y="5181600"/>
            <a:chExt cx="11772966" cy="1047123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FB7A992A-DC1E-ADFA-0684-9396AABFF1E5}"/>
                </a:ext>
              </a:extLst>
            </p:cNvPr>
            <p:cNvSpPr/>
            <p:nvPr/>
          </p:nvSpPr>
          <p:spPr>
            <a:xfrm>
              <a:off x="209279" y="5181600"/>
              <a:ext cx="11772966" cy="104712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245FE44B-68E3-8F8A-7050-5D6FAD2E91F1}"/>
                </a:ext>
              </a:extLst>
            </p:cNvPr>
            <p:cNvSpPr txBox="1"/>
            <p:nvPr/>
          </p:nvSpPr>
          <p:spPr>
            <a:xfrm>
              <a:off x="393849" y="5351218"/>
              <a:ext cx="114038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/>
                <a:t>Problématique : </a:t>
              </a:r>
              <a:r>
                <a:rPr lang="fr-FR" sz="2000" dirty="0"/>
                <a:t>Comment structurer et exploiter des informations issues d’un système numérique afin de les rendre utilisables et communicables de manière efficace?</a:t>
              </a:r>
              <a:endParaRPr lang="fr-FR" sz="2000" b="1" dirty="0"/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395C0018-9AD3-07C9-C966-5E19981729FD}"/>
              </a:ext>
            </a:extLst>
          </p:cNvPr>
          <p:cNvSpPr txBox="1"/>
          <p:nvPr/>
        </p:nvSpPr>
        <p:spPr>
          <a:xfrm>
            <a:off x="2861670" y="1749317"/>
            <a:ext cx="65893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2400" dirty="0"/>
              <a:t>Orienté sous forme de mini-projet en deux temps avec une entreprise fictive</a:t>
            </a:r>
          </a:p>
        </p:txBody>
      </p:sp>
    </p:spTree>
    <p:extLst>
      <p:ext uri="{BB962C8B-B14F-4D97-AF65-F5344CB8AC3E}">
        <p14:creationId xmlns:p14="http://schemas.microsoft.com/office/powerpoint/2010/main" val="3629542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81161A-F4E4-019C-B9D8-E6167FAA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Progression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CCB0CD-A21D-E245-5B52-E07E45EE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20</a:t>
            </a:fld>
            <a:endParaRPr lang="fr-FR" dirty="0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B8C57F77-485C-7F96-6438-704BD69513E9}"/>
              </a:ext>
            </a:extLst>
          </p:cNvPr>
          <p:cNvGrpSpPr/>
          <p:nvPr/>
        </p:nvGrpSpPr>
        <p:grpSpPr>
          <a:xfrm>
            <a:off x="326112" y="1761387"/>
            <a:ext cx="3712488" cy="4506686"/>
            <a:chOff x="326112" y="1752600"/>
            <a:chExt cx="3712488" cy="4506686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D69C0922-BDE1-EDC5-129B-D941A947F1D7}"/>
                </a:ext>
              </a:extLst>
            </p:cNvPr>
            <p:cNvSpPr/>
            <p:nvPr/>
          </p:nvSpPr>
          <p:spPr>
            <a:xfrm>
              <a:off x="326112" y="1752600"/>
              <a:ext cx="3712488" cy="45066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F6975270-7B35-BCDC-8D1C-912724711D06}"/>
                </a:ext>
              </a:extLst>
            </p:cNvPr>
            <p:cNvSpPr/>
            <p:nvPr/>
          </p:nvSpPr>
          <p:spPr>
            <a:xfrm>
              <a:off x="424278" y="2384879"/>
              <a:ext cx="3516155" cy="377734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9F2132E-3AE2-0A67-53C9-28C5C5D95D64}"/>
                </a:ext>
              </a:extLst>
            </p:cNvPr>
            <p:cNvSpPr txBox="1"/>
            <p:nvPr/>
          </p:nvSpPr>
          <p:spPr>
            <a:xfrm>
              <a:off x="1332603" y="1830703"/>
              <a:ext cx="16995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</a:rPr>
                <a:t>Semaine 1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9D2BA831-1D04-20C9-5A5A-C21858365EA7}"/>
              </a:ext>
            </a:extLst>
          </p:cNvPr>
          <p:cNvGrpSpPr/>
          <p:nvPr/>
        </p:nvGrpSpPr>
        <p:grpSpPr>
          <a:xfrm>
            <a:off x="4174443" y="1761387"/>
            <a:ext cx="3712488" cy="4506686"/>
            <a:chOff x="4103521" y="1752600"/>
            <a:chExt cx="3712488" cy="4506686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0A65B316-6C36-2A73-9E12-4BAFE8F62627}"/>
                </a:ext>
              </a:extLst>
            </p:cNvPr>
            <p:cNvSpPr/>
            <p:nvPr/>
          </p:nvSpPr>
          <p:spPr>
            <a:xfrm>
              <a:off x="4103521" y="1752600"/>
              <a:ext cx="3712488" cy="45066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E6AD1506-DC6A-93C9-4C0A-B32BAF81802A}"/>
                </a:ext>
              </a:extLst>
            </p:cNvPr>
            <p:cNvSpPr/>
            <p:nvPr/>
          </p:nvSpPr>
          <p:spPr>
            <a:xfrm>
              <a:off x="4201687" y="2384879"/>
              <a:ext cx="3516155" cy="377734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3A83972B-4E4A-FB20-968B-F3D5B358F135}"/>
                </a:ext>
              </a:extLst>
            </p:cNvPr>
            <p:cNvSpPr txBox="1"/>
            <p:nvPr/>
          </p:nvSpPr>
          <p:spPr>
            <a:xfrm>
              <a:off x="5110012" y="1861659"/>
              <a:ext cx="16995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</a:rPr>
                <a:t>Semaine 2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02A46411-BFD5-6EE1-6528-A8D4855C87CD}"/>
              </a:ext>
            </a:extLst>
          </p:cNvPr>
          <p:cNvGrpSpPr/>
          <p:nvPr/>
        </p:nvGrpSpPr>
        <p:grpSpPr>
          <a:xfrm>
            <a:off x="8022773" y="1761387"/>
            <a:ext cx="3712488" cy="4506686"/>
            <a:chOff x="8022773" y="1770175"/>
            <a:chExt cx="3712488" cy="4506686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B2695272-CFEC-357B-9C82-BB4EFEF8EFB2}"/>
                </a:ext>
              </a:extLst>
            </p:cNvPr>
            <p:cNvSpPr/>
            <p:nvPr/>
          </p:nvSpPr>
          <p:spPr>
            <a:xfrm>
              <a:off x="8022773" y="1770175"/>
              <a:ext cx="3712488" cy="45066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ACFFFFA6-EC69-601B-B737-0E8ACF990358}"/>
                </a:ext>
              </a:extLst>
            </p:cNvPr>
            <p:cNvSpPr/>
            <p:nvPr/>
          </p:nvSpPr>
          <p:spPr>
            <a:xfrm>
              <a:off x="8120939" y="2384879"/>
              <a:ext cx="3516155" cy="377734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C992EFA1-F22A-4749-D904-8F16B57EC25F}"/>
                </a:ext>
              </a:extLst>
            </p:cNvPr>
            <p:cNvSpPr txBox="1"/>
            <p:nvPr/>
          </p:nvSpPr>
          <p:spPr>
            <a:xfrm>
              <a:off x="9029264" y="1861659"/>
              <a:ext cx="16995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</a:rPr>
                <a:t>Semaine 3</a:t>
              </a:r>
            </a:p>
          </p:txBody>
        </p:sp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AC8C61C7-0582-E77D-2170-A70F85937A0B}"/>
              </a:ext>
            </a:extLst>
          </p:cNvPr>
          <p:cNvSpPr txBox="1"/>
          <p:nvPr/>
        </p:nvSpPr>
        <p:spPr>
          <a:xfrm>
            <a:off x="554906" y="3222172"/>
            <a:ext cx="33367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Analyse du cahier des charges</a:t>
            </a:r>
          </a:p>
          <a:p>
            <a:pPr marL="285750" indent="-285750">
              <a:buFontTx/>
              <a:buChar char="-"/>
            </a:pPr>
            <a:r>
              <a:rPr lang="fr-FR" dirty="0"/>
              <a:t>Représentation E/A et MERISE</a:t>
            </a:r>
          </a:p>
          <a:p>
            <a:pPr marL="285750" indent="-285750">
              <a:buFontTx/>
              <a:buChar char="-"/>
            </a:pPr>
            <a:r>
              <a:rPr lang="fr-FR" dirty="0"/>
              <a:t>Interaction avec une base de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Introduction au templating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Prise en main de Jinja2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F9CD45F-99D4-8C8E-FD02-C6E86C1CCFA5}"/>
              </a:ext>
            </a:extLst>
          </p:cNvPr>
          <p:cNvSpPr txBox="1"/>
          <p:nvPr/>
        </p:nvSpPr>
        <p:spPr>
          <a:xfrm>
            <a:off x="4362317" y="2776444"/>
            <a:ext cx="33367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Rappel des notions d’API</a:t>
            </a:r>
          </a:p>
          <a:p>
            <a:pPr marL="285750" indent="-285750">
              <a:buFontTx/>
              <a:buChar char="-"/>
            </a:pPr>
            <a:r>
              <a:rPr lang="fr-FR" dirty="0"/>
              <a:t>Utilisation simplifiée de Flask</a:t>
            </a:r>
          </a:p>
          <a:p>
            <a:pPr marL="285750" indent="-285750">
              <a:buFontTx/>
              <a:buChar char="-"/>
            </a:pPr>
            <a:r>
              <a:rPr lang="fr-FR" dirty="0"/>
              <a:t>Lien API avec implémentation d’un CRUD</a:t>
            </a:r>
          </a:p>
          <a:p>
            <a:pPr marL="285750" indent="-285750">
              <a:buFontTx/>
              <a:buChar char="-"/>
            </a:pPr>
            <a:r>
              <a:rPr lang="fr-FR" dirty="0"/>
              <a:t>Mise en évidences des limites du procédural</a:t>
            </a:r>
          </a:p>
          <a:p>
            <a:pPr marL="285750" indent="-285750">
              <a:buFontTx/>
              <a:buChar char="-"/>
            </a:pPr>
            <a:r>
              <a:rPr lang="fr-FR" dirty="0"/>
              <a:t>Introduction à la Programmation Orientée Objet (POO)</a:t>
            </a:r>
          </a:p>
          <a:p>
            <a:pPr marL="285750" indent="-285750">
              <a:buFontTx/>
              <a:buChar char="-"/>
            </a:pPr>
            <a:r>
              <a:rPr lang="fr-FR" dirty="0"/>
              <a:t>Adaptation du projet au nouveau cahier des charges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B7B2C93-FE53-84D3-7CDF-786367954D4B}"/>
              </a:ext>
            </a:extLst>
          </p:cNvPr>
          <p:cNvSpPr txBox="1"/>
          <p:nvPr/>
        </p:nvSpPr>
        <p:spPr>
          <a:xfrm>
            <a:off x="8254190" y="3163767"/>
            <a:ext cx="33367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Évaluation formative sur la POO</a:t>
            </a:r>
          </a:p>
          <a:p>
            <a:pPr marL="285750" indent="-285750">
              <a:buFontTx/>
              <a:buChar char="-"/>
            </a:pPr>
            <a:r>
              <a:rPr lang="fr-FR" dirty="0"/>
              <a:t>Finalisation du projet</a:t>
            </a:r>
          </a:p>
          <a:p>
            <a:pPr marL="285750" indent="-285750">
              <a:buFontTx/>
              <a:buChar char="-"/>
            </a:pPr>
            <a:r>
              <a:rPr lang="fr-FR" dirty="0"/>
              <a:t>Préparation de la démonstration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Évaluation sommative</a:t>
            </a:r>
          </a:p>
          <a:p>
            <a:pPr marL="285750" indent="-285750">
              <a:buFontTx/>
              <a:buChar char="-"/>
            </a:pPr>
            <a:r>
              <a:rPr lang="fr-FR" dirty="0"/>
              <a:t>Présentation orale du projet</a:t>
            </a:r>
          </a:p>
        </p:txBody>
      </p:sp>
    </p:spTree>
    <p:extLst>
      <p:ext uri="{BB962C8B-B14F-4D97-AF65-F5344CB8AC3E}">
        <p14:creationId xmlns:p14="http://schemas.microsoft.com/office/powerpoint/2010/main" val="2110199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F5253-400A-1E58-66D6-44437599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AE346F-7B2B-7D18-F2C9-9D40CD898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0C8E13-2655-A2DE-6C94-5E93C3BC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0544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B7655AAB-C5DC-B203-E980-E3BB00E90B4A}"/>
              </a:ext>
            </a:extLst>
          </p:cNvPr>
          <p:cNvGrpSpPr>
            <a:grpSpLocks/>
          </p:cNvGrpSpPr>
          <p:nvPr/>
        </p:nvGrpSpPr>
        <p:grpSpPr>
          <a:xfrm>
            <a:off x="780916" y="4235389"/>
            <a:ext cx="10706254" cy="1985945"/>
            <a:chOff x="906626" y="2115678"/>
            <a:chExt cx="5248410" cy="1963828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862B4DAB-B6B6-8016-38AA-AA2204AFEA6A}"/>
                </a:ext>
              </a:extLst>
            </p:cNvPr>
            <p:cNvSpPr>
              <a:spLocks/>
            </p:cNvSpPr>
            <p:nvPr/>
          </p:nvSpPr>
          <p:spPr>
            <a:xfrm>
              <a:off x="906626" y="2115678"/>
              <a:ext cx="5248410" cy="1963828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3747753F-C166-9090-0F52-B7DB084698FE}"/>
                </a:ext>
              </a:extLst>
            </p:cNvPr>
            <p:cNvSpPr>
              <a:spLocks/>
            </p:cNvSpPr>
            <p:nvPr/>
          </p:nvSpPr>
          <p:spPr>
            <a:xfrm>
              <a:off x="965662" y="2700509"/>
              <a:ext cx="5130338" cy="1322886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F53B2640-958C-06F0-ACC1-9FDE0FE66476}"/>
              </a:ext>
            </a:extLst>
          </p:cNvPr>
          <p:cNvGrpSpPr>
            <a:grpSpLocks/>
          </p:cNvGrpSpPr>
          <p:nvPr/>
        </p:nvGrpSpPr>
        <p:grpSpPr>
          <a:xfrm>
            <a:off x="780916" y="1708030"/>
            <a:ext cx="10706255" cy="2406770"/>
            <a:chOff x="906626" y="2115678"/>
            <a:chExt cx="5248410" cy="1963828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84C2C21-87D3-12F1-5735-79BCAFEB82B6}"/>
                </a:ext>
              </a:extLst>
            </p:cNvPr>
            <p:cNvSpPr>
              <a:spLocks/>
            </p:cNvSpPr>
            <p:nvPr/>
          </p:nvSpPr>
          <p:spPr>
            <a:xfrm>
              <a:off x="906626" y="2115678"/>
              <a:ext cx="5248410" cy="1963828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988F71B5-2C5E-27C9-3346-959AB1CABB79}"/>
                </a:ext>
              </a:extLst>
            </p:cNvPr>
            <p:cNvSpPr>
              <a:spLocks/>
            </p:cNvSpPr>
            <p:nvPr/>
          </p:nvSpPr>
          <p:spPr>
            <a:xfrm>
              <a:off x="965662" y="2545036"/>
              <a:ext cx="5130338" cy="1478360"/>
            </a:xfrm>
            <a:prstGeom prst="roundRect">
              <a:avLst>
                <a:gd name="adj" fmla="val 1003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4">
            <a:extLst>
              <a:ext uri="{FF2B5EF4-FFF2-40B4-BE49-F238E27FC236}">
                <a16:creationId xmlns:a16="http://schemas.microsoft.com/office/drawing/2014/main" id="{4AAE0B21-5684-1717-2539-6CE131A1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de ce dossier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84F008-706F-46CA-D42C-0F01CEB6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2831953-5B61-6902-37E1-7042D99B4726}"/>
              </a:ext>
            </a:extLst>
          </p:cNvPr>
          <p:cNvSpPr txBox="1"/>
          <p:nvPr/>
        </p:nvSpPr>
        <p:spPr>
          <a:xfrm>
            <a:off x="3547577" y="1708030"/>
            <a:ext cx="5096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Collaboration avec une entreprise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B5234D4-A960-7CCD-6E62-88E84EC81F19}"/>
              </a:ext>
            </a:extLst>
          </p:cNvPr>
          <p:cNvSpPr txBox="1"/>
          <p:nvPr/>
        </p:nvSpPr>
        <p:spPr>
          <a:xfrm>
            <a:off x="5255257" y="2486683"/>
            <a:ext cx="1681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Purecontrol</a:t>
            </a:r>
            <a:endParaRPr lang="fr-FR" sz="2400" b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2A0BF59-6B96-7BF1-37BE-121ADCA39F2F}"/>
              </a:ext>
            </a:extLst>
          </p:cNvPr>
          <p:cNvSpPr txBox="1"/>
          <p:nvPr/>
        </p:nvSpPr>
        <p:spPr>
          <a:xfrm>
            <a:off x="3596084" y="4282632"/>
            <a:ext cx="4693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Réinvestissement pédagogique</a:t>
            </a:r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6489F7DC-389C-DE04-0F74-E357867C0672}"/>
              </a:ext>
            </a:extLst>
          </p:cNvPr>
          <p:cNvGrpSpPr/>
          <p:nvPr/>
        </p:nvGrpSpPr>
        <p:grpSpPr>
          <a:xfrm>
            <a:off x="992736" y="3247755"/>
            <a:ext cx="2163734" cy="610404"/>
            <a:chOff x="992736" y="3247755"/>
            <a:chExt cx="2163734" cy="610404"/>
          </a:xfrm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8DDB11C3-D313-FFF3-0628-EA4587B4ED76}"/>
                </a:ext>
              </a:extLst>
            </p:cNvPr>
            <p:cNvSpPr/>
            <p:nvPr/>
          </p:nvSpPr>
          <p:spPr>
            <a:xfrm>
              <a:off x="992736" y="3247755"/>
              <a:ext cx="2163734" cy="61040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46C6F1FC-EE2E-8FA0-6511-72CBE86A6E6A}"/>
                </a:ext>
              </a:extLst>
            </p:cNvPr>
            <p:cNvSpPr txBox="1"/>
            <p:nvPr/>
          </p:nvSpPr>
          <p:spPr>
            <a:xfrm>
              <a:off x="992736" y="3322125"/>
              <a:ext cx="2163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>
                  <a:solidFill>
                    <a:schemeClr val="bg1"/>
                  </a:solidFill>
                </a:rPr>
                <a:t>Communication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85D31CAC-5A2D-142F-E592-9B3DCF4DC2B0}"/>
              </a:ext>
            </a:extLst>
          </p:cNvPr>
          <p:cNvGrpSpPr/>
          <p:nvPr/>
        </p:nvGrpSpPr>
        <p:grpSpPr>
          <a:xfrm>
            <a:off x="3646064" y="3244057"/>
            <a:ext cx="2163734" cy="610404"/>
            <a:chOff x="3446351" y="3244057"/>
            <a:chExt cx="2163734" cy="610404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613FB35B-289C-50A7-E5DE-F7241E291933}"/>
                </a:ext>
              </a:extLst>
            </p:cNvPr>
            <p:cNvSpPr/>
            <p:nvPr/>
          </p:nvSpPr>
          <p:spPr>
            <a:xfrm>
              <a:off x="3446351" y="3244057"/>
              <a:ext cx="2163734" cy="61040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846BD93-B1EE-4A08-E4FC-19200030C55A}"/>
                </a:ext>
              </a:extLst>
            </p:cNvPr>
            <p:cNvSpPr txBox="1"/>
            <p:nvPr/>
          </p:nvSpPr>
          <p:spPr>
            <a:xfrm>
              <a:off x="3746498" y="3318427"/>
              <a:ext cx="1563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>
                  <a:solidFill>
                    <a:schemeClr val="bg1"/>
                  </a:solidFill>
                </a:rPr>
                <a:t>Templating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1780A850-4BF6-2DD7-AB6D-43E008CEE08A}"/>
              </a:ext>
            </a:extLst>
          </p:cNvPr>
          <p:cNvGrpSpPr/>
          <p:nvPr/>
        </p:nvGrpSpPr>
        <p:grpSpPr>
          <a:xfrm>
            <a:off x="6299392" y="3137458"/>
            <a:ext cx="2163734" cy="830997"/>
            <a:chOff x="6199535" y="3137458"/>
            <a:chExt cx="2163734" cy="830997"/>
          </a:xfrm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03A7C1F7-FCE7-6A35-3021-A94B6B63313D}"/>
                </a:ext>
              </a:extLst>
            </p:cNvPr>
            <p:cNvSpPr/>
            <p:nvPr/>
          </p:nvSpPr>
          <p:spPr>
            <a:xfrm>
              <a:off x="6199535" y="3194250"/>
              <a:ext cx="2163734" cy="7174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C15E6F02-FF18-561E-C331-EBE27B02C783}"/>
                </a:ext>
              </a:extLst>
            </p:cNvPr>
            <p:cNvSpPr txBox="1"/>
            <p:nvPr/>
          </p:nvSpPr>
          <p:spPr>
            <a:xfrm>
              <a:off x="6337458" y="3137458"/>
              <a:ext cx="18878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/>
                  </a:solidFill>
                </a:rPr>
                <a:t>Validation de </a:t>
              </a:r>
            </a:p>
            <a:p>
              <a:pPr algn="ctr"/>
              <a:r>
                <a:rPr lang="fr-FR" sz="2400" dirty="0">
                  <a:solidFill>
                    <a:schemeClr val="bg1"/>
                  </a:solidFill>
                </a:rPr>
                <a:t>donnée</a:t>
              </a: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01D80FC3-8F08-B102-0C3F-E163D25257D3}"/>
              </a:ext>
            </a:extLst>
          </p:cNvPr>
          <p:cNvGrpSpPr/>
          <p:nvPr/>
        </p:nvGrpSpPr>
        <p:grpSpPr>
          <a:xfrm>
            <a:off x="8952720" y="3184535"/>
            <a:ext cx="2163734" cy="717412"/>
            <a:chOff x="8952720" y="3184535"/>
            <a:chExt cx="2163734" cy="717412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6D1B96BE-F538-3DC6-CA72-AB97C3D17C07}"/>
                </a:ext>
              </a:extLst>
            </p:cNvPr>
            <p:cNvSpPr/>
            <p:nvPr/>
          </p:nvSpPr>
          <p:spPr>
            <a:xfrm>
              <a:off x="8952720" y="3184535"/>
              <a:ext cx="2163734" cy="7174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6E6834F-05F0-8B35-7B51-CE3F83218396}"/>
                </a:ext>
              </a:extLst>
            </p:cNvPr>
            <p:cNvSpPr txBox="1"/>
            <p:nvPr/>
          </p:nvSpPr>
          <p:spPr>
            <a:xfrm>
              <a:off x="9103787" y="3312409"/>
              <a:ext cx="1861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/>
                  </a:solidFill>
                </a:rPr>
                <a:t>Compatibilité</a:t>
              </a:r>
            </a:p>
          </p:txBody>
        </p:sp>
      </p:grp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012FFCA8-C997-AE06-A6FE-40F1FABD86D7}"/>
              </a:ext>
            </a:extLst>
          </p:cNvPr>
          <p:cNvSpPr/>
          <p:nvPr/>
        </p:nvSpPr>
        <p:spPr>
          <a:xfrm>
            <a:off x="1297081" y="4946787"/>
            <a:ext cx="3698248" cy="1079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85AA518F-92CF-233B-391C-1EBC2E40D4EA}"/>
              </a:ext>
            </a:extLst>
          </p:cNvPr>
          <p:cNvSpPr/>
          <p:nvPr/>
        </p:nvSpPr>
        <p:spPr>
          <a:xfrm>
            <a:off x="7281401" y="4967047"/>
            <a:ext cx="3698248" cy="1020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1F843561-7413-CAE7-8BC0-EA84A4C6ABD3}"/>
              </a:ext>
            </a:extLst>
          </p:cNvPr>
          <p:cNvGrpSpPr/>
          <p:nvPr/>
        </p:nvGrpSpPr>
        <p:grpSpPr>
          <a:xfrm>
            <a:off x="7554517" y="4964129"/>
            <a:ext cx="4769916" cy="977898"/>
            <a:chOff x="7554517" y="4964129"/>
            <a:chExt cx="4769916" cy="977898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98834453-768E-3133-817C-507FBD11FECE}"/>
                </a:ext>
              </a:extLst>
            </p:cNvPr>
            <p:cNvSpPr txBox="1"/>
            <p:nvPr/>
          </p:nvSpPr>
          <p:spPr>
            <a:xfrm>
              <a:off x="7554517" y="4964129"/>
              <a:ext cx="476991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dirty="0">
                  <a:solidFill>
                    <a:schemeClr val="bg1"/>
                  </a:solidFill>
                </a:rPr>
                <a:t>Templating → STS CIEL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950B638A-5DD6-C09B-F335-09A302065F96}"/>
                </a:ext>
              </a:extLst>
            </p:cNvPr>
            <p:cNvSpPr txBox="1"/>
            <p:nvPr/>
          </p:nvSpPr>
          <p:spPr>
            <a:xfrm>
              <a:off x="7554517" y="5572695"/>
              <a:ext cx="309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>
                  <a:solidFill>
                    <a:schemeClr val="bg1"/>
                  </a:solidFill>
                </a:rPr>
                <a:t>Programmation Orientée Objet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88C7DAB3-9EC0-F41B-8538-A89D2B632AE9}"/>
              </a:ext>
            </a:extLst>
          </p:cNvPr>
          <p:cNvGrpSpPr/>
          <p:nvPr/>
        </p:nvGrpSpPr>
        <p:grpSpPr>
          <a:xfrm>
            <a:off x="1455383" y="4964129"/>
            <a:ext cx="4769916" cy="977898"/>
            <a:chOff x="1455383" y="4964129"/>
            <a:chExt cx="4769916" cy="977898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5E9D9D63-FB4A-AB32-41F6-682BAB72BB79}"/>
                </a:ext>
              </a:extLst>
            </p:cNvPr>
            <p:cNvSpPr txBox="1"/>
            <p:nvPr/>
          </p:nvSpPr>
          <p:spPr>
            <a:xfrm>
              <a:off x="1455383" y="4964129"/>
              <a:ext cx="476991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dirty="0">
                  <a:solidFill>
                    <a:schemeClr val="bg1"/>
                  </a:solidFill>
                </a:rPr>
                <a:t>Communication → STI2D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9344F6E-0C29-E5D8-4716-6838D4263D3A}"/>
                </a:ext>
              </a:extLst>
            </p:cNvPr>
            <p:cNvSpPr txBox="1"/>
            <p:nvPr/>
          </p:nvSpPr>
          <p:spPr>
            <a:xfrm>
              <a:off x="2737387" y="5572695"/>
              <a:ext cx="858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>
                  <a:solidFill>
                    <a:schemeClr val="bg1"/>
                  </a:solidFill>
                </a:rPr>
                <a:t>Réseau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548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36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03A6DBE8-1479-0B40-2FBD-71D602DF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 pour votre attention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D286F3D-A490-F66F-6AC0-72E53F8DB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829C9C-DDD7-02F0-D907-D107E9C2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1988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DC9D414-8896-2D16-1B58-5713E633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Annexes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9A93019-46B4-8923-7FA7-81E1D446B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9EFAF5-A958-B37D-1CEA-3C88D0FB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9916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22ECD-FDCA-6160-9593-6DF7A266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Approche pédagogique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0D2830-D8E0-8FF3-05BE-73E9F821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A8F9B88-FE48-F160-74FF-AF223D26FA1D}"/>
              </a:ext>
            </a:extLst>
          </p:cNvPr>
          <p:cNvSpPr txBox="1"/>
          <p:nvPr/>
        </p:nvSpPr>
        <p:spPr>
          <a:xfrm>
            <a:off x="904812" y="1968080"/>
            <a:ext cx="11317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Cours en classe entière</a:t>
            </a:r>
          </a:p>
          <a:p>
            <a:r>
              <a:rPr lang="fr-FR" dirty="0"/>
              <a:t>	- Formalisation des notions vues en AP </a:t>
            </a:r>
          </a:p>
          <a:p>
            <a:r>
              <a:rPr lang="fr-FR" dirty="0"/>
              <a:t>	- Construction commune entre les élèves et l’enseignant</a:t>
            </a:r>
          </a:p>
          <a:p>
            <a:r>
              <a:rPr lang="fr-FR" dirty="0"/>
              <a:t>	- Un support est disponible en ligne pour les étudiants absents ou ayant du mal à suivre (dyslexie par exemple)	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6F07B5A-FE65-30E3-9B99-7DDDAA0F0B80}"/>
              </a:ext>
            </a:extLst>
          </p:cNvPr>
          <p:cNvSpPr txBox="1"/>
          <p:nvPr/>
        </p:nvSpPr>
        <p:spPr>
          <a:xfrm>
            <a:off x="722078" y="3562049"/>
            <a:ext cx="67008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Ressources complémentaires</a:t>
            </a:r>
          </a:p>
          <a:p>
            <a:r>
              <a:rPr lang="fr-FR" dirty="0"/>
              <a:t>	- Support de cours</a:t>
            </a:r>
          </a:p>
          <a:p>
            <a:r>
              <a:rPr lang="fr-FR" dirty="0"/>
              <a:t>	- Cartes éclairs afin de briser la segmentation des connaissances	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72A8F20-18B9-EC6E-4829-7AA322A0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7" t="-2855" r="-1557" b="40208"/>
          <a:stretch>
            <a:fillRect/>
          </a:stretch>
        </p:blipFill>
        <p:spPr>
          <a:xfrm>
            <a:off x="1606751" y="4355112"/>
            <a:ext cx="2743200" cy="213776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B0C1290-16A3-6624-B6A7-D5A1C249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633" y="4701070"/>
            <a:ext cx="6348726" cy="165527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A307121-3AFE-9D75-2371-29CE60A5B325}"/>
              </a:ext>
            </a:extLst>
          </p:cNvPr>
          <p:cNvSpPr txBox="1"/>
          <p:nvPr/>
        </p:nvSpPr>
        <p:spPr>
          <a:xfrm>
            <a:off x="2620656" y="6492875"/>
            <a:ext cx="715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Recto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BE734C4-CB69-F397-E6E9-F40C27535503}"/>
              </a:ext>
            </a:extLst>
          </p:cNvPr>
          <p:cNvSpPr txBox="1"/>
          <p:nvPr/>
        </p:nvSpPr>
        <p:spPr>
          <a:xfrm>
            <a:off x="7737818" y="6488668"/>
            <a:ext cx="70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Verso</a:t>
            </a:r>
          </a:p>
        </p:txBody>
      </p:sp>
    </p:spTree>
    <p:extLst>
      <p:ext uri="{BB962C8B-B14F-4D97-AF65-F5344CB8AC3E}">
        <p14:creationId xmlns:p14="http://schemas.microsoft.com/office/powerpoint/2010/main" val="2365395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4E4CB0-BC4B-EEE3-A2BD-0A2B61EC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Purecontrol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F97275-7781-84F3-A5BC-975100C1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3460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9162D-6A22-BBBB-B38C-C22C410D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Outils des élèves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9BF6E2-BD45-F958-DADD-53CC74D08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SQLCipher</a:t>
            </a:r>
            <a:endParaRPr lang="fr-FR" dirty="0"/>
          </a:p>
          <a:p>
            <a:r>
              <a:rPr lang="fr-FR" dirty="0"/>
              <a:t>Python3</a:t>
            </a:r>
          </a:p>
          <a:p>
            <a:r>
              <a:rPr lang="fr-FR" dirty="0"/>
              <a:t>Flask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8F121F-C249-B6F8-89BF-B48E61CC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8875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0C89BC-13FB-E5A9-4612-4926D24F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Modalités d’évaluation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565E65-3DB7-EBD3-3C7E-1FDF5DBE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CD03D4-2FD3-07CC-B3F7-9F971E037E45}"/>
              </a:ext>
            </a:extLst>
          </p:cNvPr>
          <p:cNvSpPr txBox="1"/>
          <p:nvPr/>
        </p:nvSpPr>
        <p:spPr>
          <a:xfrm>
            <a:off x="691019" y="1711843"/>
            <a:ext cx="1421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Évaluation </a:t>
            </a:r>
          </a:p>
          <a:p>
            <a:r>
              <a:rPr lang="fr-FR" b="1" dirty="0"/>
              <a:t>diagnostique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285E701-4429-135E-E8A0-C22FB4C2D3C7}"/>
              </a:ext>
            </a:extLst>
          </p:cNvPr>
          <p:cNvSpPr txBox="1"/>
          <p:nvPr/>
        </p:nvSpPr>
        <p:spPr>
          <a:xfrm>
            <a:off x="6584950" y="1711843"/>
            <a:ext cx="1237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Évaluation </a:t>
            </a:r>
          </a:p>
          <a:p>
            <a:r>
              <a:rPr lang="fr-FR" b="1" dirty="0"/>
              <a:t>formative</a:t>
            </a:r>
          </a:p>
        </p:txBody>
      </p:sp>
      <p:pic>
        <p:nvPicPr>
          <p:cNvPr id="21" name="Graphique 20" descr="Liste de contrôle avec un remplissage uni">
            <a:extLst>
              <a:ext uri="{FF2B5EF4-FFF2-40B4-BE49-F238E27FC236}">
                <a16:creationId xmlns:a16="http://schemas.microsoft.com/office/drawing/2014/main" id="{29D75A9F-FDC9-26E4-5079-0D8AA9DA7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3031" y="2676679"/>
            <a:ext cx="914400" cy="91440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8761BE07-3CEB-217D-3A8B-04E6436EF910}"/>
              </a:ext>
            </a:extLst>
          </p:cNvPr>
          <p:cNvSpPr txBox="1"/>
          <p:nvPr/>
        </p:nvSpPr>
        <p:spPr>
          <a:xfrm>
            <a:off x="8684330" y="5900831"/>
            <a:ext cx="2557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Question de cours ouvert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C56E65F-8703-D18D-C24F-45265896F13E}"/>
              </a:ext>
            </a:extLst>
          </p:cNvPr>
          <p:cNvSpPr/>
          <p:nvPr/>
        </p:nvSpPr>
        <p:spPr>
          <a:xfrm>
            <a:off x="365539" y="4488306"/>
            <a:ext cx="5859411" cy="1817799"/>
          </a:xfrm>
          <a:prstGeom prst="roundRect">
            <a:avLst>
              <a:gd name="adj" fmla="val 7543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F530D6-C2DF-9133-6705-EBD60D4964F4}"/>
              </a:ext>
            </a:extLst>
          </p:cNvPr>
          <p:cNvSpPr txBox="1"/>
          <p:nvPr/>
        </p:nvSpPr>
        <p:spPr>
          <a:xfrm>
            <a:off x="314206" y="4097819"/>
            <a:ext cx="243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de question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8C6FDD-20CA-D195-6CC7-5B5161BEBB3F}"/>
              </a:ext>
            </a:extLst>
          </p:cNvPr>
          <p:cNvSpPr txBox="1"/>
          <p:nvPr/>
        </p:nvSpPr>
        <p:spPr>
          <a:xfrm>
            <a:off x="152400" y="6488668"/>
            <a:ext cx="8039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https://tipsforteachers.substack.com/p/61-sometimes-mini-whiteboards-are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A248DAA-9FAB-8F73-86F9-37DBC8D49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726" y="1892838"/>
            <a:ext cx="3510225" cy="237216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E60D044-EC8C-426E-E4D1-C2E90DD0857F}"/>
              </a:ext>
            </a:extLst>
          </p:cNvPr>
          <p:cNvSpPr txBox="1"/>
          <p:nvPr/>
        </p:nvSpPr>
        <p:spPr>
          <a:xfrm>
            <a:off x="1355436" y="303642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15 min</a:t>
            </a:r>
          </a:p>
        </p:txBody>
      </p:sp>
      <p:pic>
        <p:nvPicPr>
          <p:cNvPr id="16" name="Graphique 15" descr="Horloge avec un remplissage uni">
            <a:extLst>
              <a:ext uri="{FF2B5EF4-FFF2-40B4-BE49-F238E27FC236}">
                <a16:creationId xmlns:a16="http://schemas.microsoft.com/office/drawing/2014/main" id="{94BAB79F-A3CF-7068-564E-2BB0EE0C9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332" y="2801562"/>
            <a:ext cx="812104" cy="81210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AE6AC70-5148-9D10-24F8-270F0D1DD9C5}"/>
              </a:ext>
            </a:extLst>
          </p:cNvPr>
          <p:cNvSpPr txBox="1"/>
          <p:nvPr/>
        </p:nvSpPr>
        <p:spPr>
          <a:xfrm>
            <a:off x="7059833" y="3613666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/>
              <a:t>QCM</a:t>
            </a:r>
          </a:p>
          <a:p>
            <a:pPr algn="ctr"/>
            <a:r>
              <a:rPr lang="fr-FR" i="1" dirty="0"/>
              <a:t>5 min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3E8274-6457-4BA3-72DC-A7D65F48A61A}"/>
              </a:ext>
            </a:extLst>
          </p:cNvPr>
          <p:cNvSpPr txBox="1"/>
          <p:nvPr/>
        </p:nvSpPr>
        <p:spPr>
          <a:xfrm>
            <a:off x="414417" y="4649714"/>
            <a:ext cx="494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Un capteur appartient à la chaîne d’information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4255E8-92F2-C1CD-3B68-D86F0D77DA40}"/>
              </a:ext>
            </a:extLst>
          </p:cNvPr>
          <p:cNvSpPr txBox="1"/>
          <p:nvPr/>
        </p:nvSpPr>
        <p:spPr>
          <a:xfrm>
            <a:off x="5525024" y="4699730"/>
            <a:ext cx="49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V/F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4853EBC-4250-AC76-9151-03FD98481ECA}"/>
              </a:ext>
            </a:extLst>
          </p:cNvPr>
          <p:cNvSpPr txBox="1"/>
          <p:nvPr/>
        </p:nvSpPr>
        <p:spPr>
          <a:xfrm>
            <a:off x="414417" y="5040201"/>
            <a:ext cx="4795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Quelle fonction ne fait </a:t>
            </a:r>
            <a:r>
              <a:rPr lang="fr-FR" b="1" dirty="0"/>
              <a:t>pas </a:t>
            </a:r>
            <a:r>
              <a:rPr lang="fr-FR" dirty="0"/>
              <a:t>partie de la chaîne </a:t>
            </a:r>
          </a:p>
          <a:p>
            <a:r>
              <a:rPr lang="fr-FR" dirty="0"/>
              <a:t>     d’information ?</a:t>
            </a:r>
            <a:endParaRPr lang="fr-FR" b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CA150DA-8160-E475-8FDA-167D733A2BE2}"/>
              </a:ext>
            </a:extLst>
          </p:cNvPr>
          <p:cNvSpPr txBox="1"/>
          <p:nvPr/>
        </p:nvSpPr>
        <p:spPr>
          <a:xfrm>
            <a:off x="5322901" y="5226597"/>
            <a:ext cx="879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A,B,C,D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74092B4-2B99-A4D5-7E23-50AEA5DC7CCD}"/>
              </a:ext>
            </a:extLst>
          </p:cNvPr>
          <p:cNvSpPr txBox="1"/>
          <p:nvPr/>
        </p:nvSpPr>
        <p:spPr>
          <a:xfrm>
            <a:off x="5415877" y="5686532"/>
            <a:ext cx="68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A,B,C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554550B-3187-E6F3-4D8A-8B277C9DCCDD}"/>
              </a:ext>
            </a:extLst>
          </p:cNvPr>
          <p:cNvSpPr txBox="1"/>
          <p:nvPr/>
        </p:nvSpPr>
        <p:spPr>
          <a:xfrm>
            <a:off x="414417" y="5634526"/>
            <a:ext cx="4492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Dans quelle fonction de la chaîne          d'information se situe le capteur ?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92CCB69-DC34-E3C6-C023-4B6B78BC9495}"/>
              </a:ext>
            </a:extLst>
          </p:cNvPr>
          <p:cNvSpPr/>
          <p:nvPr/>
        </p:nvSpPr>
        <p:spPr>
          <a:xfrm>
            <a:off x="8277617" y="2550626"/>
            <a:ext cx="3371051" cy="3264019"/>
          </a:xfrm>
          <a:prstGeom prst="roundRect">
            <a:avLst>
              <a:gd name="adj" fmla="val 7543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E1CB351-36F7-9638-516D-AB7442B58F0F}"/>
              </a:ext>
            </a:extLst>
          </p:cNvPr>
          <p:cNvSpPr txBox="1"/>
          <p:nvPr/>
        </p:nvSpPr>
        <p:spPr>
          <a:xfrm>
            <a:off x="8381089" y="2715683"/>
            <a:ext cx="31641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Dans un bâtiment intelligent, un contrôleur principal communique avec plusieurs contrôleurs secondaires qui eux-mêmes communiquent avec différents capteurs répartis dans le bâtiment.</a:t>
            </a:r>
          </a:p>
          <a:p>
            <a:endParaRPr lang="fr-FR" dirty="0"/>
          </a:p>
          <a:p>
            <a:pPr algn="ctr"/>
            <a:r>
              <a:rPr lang="fr-FR" dirty="0"/>
              <a:t>Quelle topologie utiliseriez-vous ? </a:t>
            </a:r>
            <a:r>
              <a:rPr lang="fr-FR" b="1" dirty="0"/>
              <a:t>Justifiez votre choix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6359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7196-31C3-F3E0-3574-3E71FDC7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5A63A6-8B65-6658-8125-F8AA8D6C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Modalités d’évaluation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38A67D-2091-AAE9-B8B2-E96BDFDB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C3574B2-0313-7BE9-8095-FA79A62D3287}"/>
              </a:ext>
            </a:extLst>
          </p:cNvPr>
          <p:cNvSpPr txBox="1"/>
          <p:nvPr/>
        </p:nvSpPr>
        <p:spPr>
          <a:xfrm>
            <a:off x="534540" y="1532348"/>
            <a:ext cx="138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Coefficients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BC2D599-D1A1-834C-2208-6FDC1AF35232}"/>
              </a:ext>
            </a:extLst>
          </p:cNvPr>
          <p:cNvSpPr txBox="1"/>
          <p:nvPr/>
        </p:nvSpPr>
        <p:spPr>
          <a:xfrm>
            <a:off x="447230" y="2050416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Barème :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C80AB47-4BB1-6285-866E-0F4F0CFE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26883" b="83193"/>
          <a:stretch>
            <a:fillRect/>
          </a:stretch>
        </p:blipFill>
        <p:spPr>
          <a:xfrm>
            <a:off x="301776" y="4610437"/>
            <a:ext cx="7767198" cy="963560"/>
          </a:xfrm>
          <a:prstGeom prst="rect">
            <a:avLst/>
          </a:prstGeom>
        </p:spPr>
      </p:pic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5EC4E6C0-20BB-B0F2-D18D-A4157FA3E858}"/>
              </a:ext>
            </a:extLst>
          </p:cNvPr>
          <p:cNvGraphicFramePr>
            <a:graphicFrameLocks noGrp="1"/>
          </p:cNvGraphicFramePr>
          <p:nvPr/>
        </p:nvGraphicFramePr>
        <p:xfrm>
          <a:off x="2335660" y="1493402"/>
          <a:ext cx="9321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4099250640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1458436219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81551498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3909778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Formative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Sommativé</a:t>
                      </a:r>
                      <a:r>
                        <a:rPr lang="fr-FR" dirty="0"/>
                        <a:t> SPE écrite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Sommative 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Sommative SPE Orale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150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083024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AB4FEE45-4FD7-0CF8-8F73-3BB973D6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088" r="26883" b="28221"/>
          <a:stretch>
            <a:fillRect/>
          </a:stretch>
        </p:blipFill>
        <p:spPr>
          <a:xfrm>
            <a:off x="301810" y="5573997"/>
            <a:ext cx="7767198" cy="38359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C42FB4D-D7FB-D5F6-CA83-AE2399815B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407" r="26883" b="2902"/>
          <a:stretch>
            <a:fillRect/>
          </a:stretch>
        </p:blipFill>
        <p:spPr>
          <a:xfrm>
            <a:off x="301776" y="5972748"/>
            <a:ext cx="7767232" cy="38360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A6EDD70-CDB9-1F0A-0B68-06FF5FADB6C3}"/>
              </a:ext>
            </a:extLst>
          </p:cNvPr>
          <p:cNvSpPr txBox="1"/>
          <p:nvPr/>
        </p:nvSpPr>
        <p:spPr>
          <a:xfrm>
            <a:off x="2539076" y="6371501"/>
            <a:ext cx="2858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Barème pour une évaluation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5C806B-3657-0C25-54B7-F6170450CABD}"/>
              </a:ext>
            </a:extLst>
          </p:cNvPr>
          <p:cNvSpPr txBox="1"/>
          <p:nvPr/>
        </p:nvSpPr>
        <p:spPr>
          <a:xfrm>
            <a:off x="8744654" y="6242473"/>
            <a:ext cx="2547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Barème pour la séquence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495F7D8A-15F0-C968-E57D-20CA121ABE92}"/>
              </a:ext>
            </a:extLst>
          </p:cNvPr>
          <p:cNvGraphicFramePr>
            <a:graphicFrameLocks noGrp="1"/>
          </p:cNvGraphicFramePr>
          <p:nvPr/>
        </p:nvGraphicFramePr>
        <p:xfrm>
          <a:off x="705200" y="2504440"/>
          <a:ext cx="109522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610">
                  <a:extLst>
                    <a:ext uri="{9D8B030D-6E8A-4147-A177-3AD203B41FA5}">
                      <a16:colId xmlns:a16="http://schemas.microsoft.com/office/drawing/2014/main" val="3707323807"/>
                    </a:ext>
                  </a:extLst>
                </a:gridCol>
                <a:gridCol w="8235650">
                  <a:extLst>
                    <a:ext uri="{9D8B030D-6E8A-4147-A177-3AD203B41FA5}">
                      <a16:colId xmlns:a16="http://schemas.microsoft.com/office/drawing/2014/main" val="1881393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Excellent : 100 %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Réponse complète, raisonnement pertinent et connaissances correctement articulées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27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Très bien : 75 %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Réponse partielle mais cohérente, avec un raisonnement globalement 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99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Satisfaisant : 50 %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Début de réponse, connaissances partiellement mobilisées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66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Passable : 25 %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Éléments isolés sans réelle structuration du raisonnement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86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Insuffisant : 0 %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Absence de réponse ou de mobilisation des connaissances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139664"/>
                  </a:ext>
                </a:extLst>
              </a:tr>
            </a:tbl>
          </a:graphicData>
        </a:graphic>
      </p:graphicFrame>
      <p:pic>
        <p:nvPicPr>
          <p:cNvPr id="14" name="Image 13">
            <a:extLst>
              <a:ext uri="{FF2B5EF4-FFF2-40B4-BE49-F238E27FC236}">
                <a16:creationId xmlns:a16="http://schemas.microsoft.com/office/drawing/2014/main" id="{B1302D90-C66B-E9AA-E84A-AEBFC4D11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52" y="4610437"/>
            <a:ext cx="3314866" cy="157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84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9836F-1C3C-3034-39EA-3B8D428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RabbitMQ</a:t>
            </a:r>
            <a:r>
              <a:rPr lang="fr-FR" dirty="0"/>
              <a:t> vs Kafka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5E24518-B880-FAE7-4CBC-0757F67E2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028" y="1825625"/>
            <a:ext cx="7193944" cy="435133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F196B6-9189-2F1A-086B-749609BB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4B3D20-590E-A9AA-92EB-F1E1BCBF9A54}"/>
              </a:ext>
            </a:extLst>
          </p:cNvPr>
          <p:cNvSpPr txBox="1"/>
          <p:nvPr/>
        </p:nvSpPr>
        <p:spPr>
          <a:xfrm>
            <a:off x="152400" y="63521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https://www.youtube.com/watch?v=xSoEAjJduKE</a:t>
            </a:r>
          </a:p>
        </p:txBody>
      </p:sp>
    </p:spTree>
    <p:extLst>
      <p:ext uri="{BB962C8B-B14F-4D97-AF65-F5344CB8AC3E}">
        <p14:creationId xmlns:p14="http://schemas.microsoft.com/office/powerpoint/2010/main" val="437418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72F1D0-333D-21D6-12CF-67A7E206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pour les STS CIEL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11D97F-AF0A-51B8-6A4F-DA1802AAC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E78A81-58B2-DBA5-D872-F2D87066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56160C-068C-3668-2D0B-044498A5AA83}"/>
              </a:ext>
            </a:extLst>
          </p:cNvPr>
          <p:cNvSpPr txBox="1"/>
          <p:nvPr/>
        </p:nvSpPr>
        <p:spPr>
          <a:xfrm>
            <a:off x="2060762" y="6163214"/>
            <a:ext cx="140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1</a:t>
            </a:r>
            <a:r>
              <a:rPr lang="fr-FR" i="1" baseline="30000" dirty="0"/>
              <a:t>ère</a:t>
            </a:r>
            <a:r>
              <a:rPr lang="fr-FR" i="1" dirty="0"/>
              <a:t> semaine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6776C63-5438-217E-CCC6-C5E6A45F2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43" y="4168365"/>
            <a:ext cx="2454538" cy="18154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C6D79A0-8298-F9E7-897C-CECF0AB3A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325" y="3429000"/>
            <a:ext cx="2608051" cy="269061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70AE18B-E0D1-7C27-F01F-1B1E2C512381}"/>
              </a:ext>
            </a:extLst>
          </p:cNvPr>
          <p:cNvSpPr txBox="1"/>
          <p:nvPr/>
        </p:nvSpPr>
        <p:spPr>
          <a:xfrm>
            <a:off x="7407325" y="6163214"/>
            <a:ext cx="2166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 2</a:t>
            </a:r>
            <a:r>
              <a:rPr lang="fr-FR" i="1" baseline="30000" dirty="0"/>
              <a:t>ème</a:t>
            </a:r>
            <a:r>
              <a:rPr lang="fr-FR" i="1" dirty="0"/>
              <a:t> et 3</a:t>
            </a:r>
            <a:r>
              <a:rPr lang="fr-FR" i="1" baseline="30000" dirty="0"/>
              <a:t>ème</a:t>
            </a:r>
            <a:r>
              <a:rPr lang="fr-FR" i="1" dirty="0"/>
              <a:t> semaine</a:t>
            </a:r>
          </a:p>
        </p:txBody>
      </p:sp>
    </p:spTree>
    <p:extLst>
      <p:ext uri="{BB962C8B-B14F-4D97-AF65-F5344CB8AC3E}">
        <p14:creationId xmlns:p14="http://schemas.microsoft.com/office/powerpoint/2010/main" val="815483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F6899-23E9-A8FC-4643-DBAC65D8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d’une séance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6D08AE-0EF2-F9DF-F73C-FD7050A5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DD0589A-1163-5ADC-76D8-00DE4605CAF4}"/>
              </a:ext>
            </a:extLst>
          </p:cNvPr>
          <p:cNvSpPr txBox="1"/>
          <p:nvPr/>
        </p:nvSpPr>
        <p:spPr>
          <a:xfrm>
            <a:off x="399671" y="1404906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Séance 13 – 3h : AP / SPE  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572D51EB-C69C-D241-1412-F9FE5C1B5669}"/>
              </a:ext>
            </a:extLst>
          </p:cNvPr>
          <p:cNvGraphicFramePr/>
          <p:nvPr/>
        </p:nvGraphicFramePr>
        <p:xfrm>
          <a:off x="937391" y="1935332"/>
          <a:ext cx="9950629" cy="4557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8641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DC0C58-2E17-797B-14F9-D16B5854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des compétences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2D66C1-ADE7-D384-9A67-404739F4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33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7C79B17-9F03-9F62-FA0B-B2024AA1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71" y="1632305"/>
            <a:ext cx="10816649" cy="17966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FCF5A48-039C-4E33-1079-36B759E7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1" y="3429000"/>
            <a:ext cx="10919088" cy="179669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D859836-43AE-1018-2166-8F21608B4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88" y="5356588"/>
            <a:ext cx="10919088" cy="136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14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42EF2A-930A-F523-FE21-177EB76D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Potentialité didactique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ADA43E-3CD8-5AB1-15E3-D504E9F2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34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224A636-99DB-CAD7-9451-77310806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6" y="1479672"/>
            <a:ext cx="7301128" cy="466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63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CEA24-2246-2216-3DC6-BF264860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1E80C4-A51A-FAFD-4024-1983F35EA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6B68E2-E565-C640-7E97-2EBF6EA4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35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43BE5E-FC52-D976-FFD1-3390B7390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8" y="286092"/>
            <a:ext cx="8086344" cy="64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4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21E58-58FB-6481-EEDA-9D4265C1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FEB4D1-E0A0-F205-AA2B-E9C4430C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3E88CF-01FA-2183-B0D3-12A15594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36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15FDDEB-961B-9DA6-171A-CF0F6FC69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08" y="536206"/>
            <a:ext cx="9527183" cy="598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61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DA6111-4D6C-9808-F1CA-621B983B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1F28E-9558-D18A-8B90-10FAAA2D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8D36D7-29D0-AA8A-7631-0ADBA8E6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37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985A769-C70D-38A1-B950-C36837079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52" y="900316"/>
            <a:ext cx="11117095" cy="50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93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423991-FEB1-AF50-ADAA-E5B65A0B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685E13-3F9B-43A0-9163-E7D1814D7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E19FA1-E7AF-E46E-2476-D1358BB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38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0C8AB6F-1956-28D3-3D9A-342494611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43" y="699073"/>
            <a:ext cx="10833057" cy="547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952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3DC99-068C-D1EC-4B17-7B419CF9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CC0040-EF19-00F4-E2AE-30427BF12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CFE9AC-FCD4-1927-E127-2A4ACFA2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39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BF6F7B3-F25D-B18A-8700-9FFA977B2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10" y="415609"/>
            <a:ext cx="10277580" cy="576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40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022F4-C445-CEF4-7034-8623D9D5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D6AF21-2673-4640-216A-665E433A9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CDAEF1-4057-3F1D-1C06-B79033B8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40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D81EF2-14CB-0D8F-FDEB-E62BFDDF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79" y="445516"/>
            <a:ext cx="11416107" cy="573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10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0432A-1766-D2E3-9326-A8DFB8ED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D4950-B2D8-A4AE-C4CE-BB20164D5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FA4651-4B22-5EE0-7CBA-F2A90E11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690D-4297-438F-A2CD-9F7C9226A57F}" type="slidenum">
              <a:rPr lang="fr-FR" smtClean="0"/>
              <a:pPr/>
              <a:t>41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E5F52A-671B-7A8F-7860-4A1376591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348264" y="-2602051"/>
            <a:ext cx="5495471" cy="1206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581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1601</Words>
  <Application>Microsoft Office PowerPoint</Application>
  <PresentationFormat>Grand écran</PresentationFormat>
  <Paragraphs>411</Paragraphs>
  <Slides>41</Slides>
  <Notes>1</Notes>
  <HiddenSlides>2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Thème Office 2013 – 2022</vt:lpstr>
      <vt:lpstr>Soutenance du Dossier Industriel</vt:lpstr>
      <vt:lpstr>Sommaire</vt:lpstr>
      <vt:lpstr>Contexte</vt:lpstr>
      <vt:lpstr>Applications pédagogiques</vt:lpstr>
      <vt:lpstr>Potentialité didactique</vt:lpstr>
      <vt:lpstr>Applications pédagogiques</vt:lpstr>
      <vt:lpstr>Présentation de la filière</vt:lpstr>
      <vt:lpstr>Présentation de la séquence</vt:lpstr>
      <vt:lpstr>Contextualisation</vt:lpstr>
      <vt:lpstr>Prérequis</vt:lpstr>
      <vt:lpstr>Compétences/Connaissances</vt:lpstr>
      <vt:lpstr>Emploi du temps</vt:lpstr>
      <vt:lpstr>Emploi du temps : Semaine 1</vt:lpstr>
      <vt:lpstr>Emploi du temps : Semaine 2</vt:lpstr>
      <vt:lpstr>Modalités d’évaluation</vt:lpstr>
      <vt:lpstr>Applications pédagogiques</vt:lpstr>
      <vt:lpstr>Présentation de la filière</vt:lpstr>
      <vt:lpstr>Compétences/Connaissances</vt:lpstr>
      <vt:lpstr>Contextualisation</vt:lpstr>
      <vt:lpstr>Progression de la séquence</vt:lpstr>
      <vt:lpstr>Conclusion</vt:lpstr>
      <vt:lpstr>Conclusion de ce dossier</vt:lpstr>
      <vt:lpstr>Merci pour votre attention</vt:lpstr>
      <vt:lpstr>Annexes</vt:lpstr>
      <vt:lpstr>Approche pédagogique</vt:lpstr>
      <vt:lpstr>Purecontrol</vt:lpstr>
      <vt:lpstr>Outils des élèves</vt:lpstr>
      <vt:lpstr>Modalités d’évaluation</vt:lpstr>
      <vt:lpstr>Modalités d’évaluation</vt:lpstr>
      <vt:lpstr>RabbitMQ vs Kafka</vt:lpstr>
      <vt:lpstr>Exemple pour les STS CIEL</vt:lpstr>
      <vt:lpstr>Détail d’une séance </vt:lpstr>
      <vt:lpstr>Détail des compétences</vt:lpstr>
      <vt:lpstr>Potentialité didactique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Tanguy Humbert</cp:lastModifiedBy>
  <cp:revision>65</cp:revision>
  <dcterms:created xsi:type="dcterms:W3CDTF">2026-06-07T07:18:21Z</dcterms:created>
  <dcterms:modified xsi:type="dcterms:W3CDTF">2026-06-12T05:27:43Z</dcterms:modified>
</cp:coreProperties>
</file>